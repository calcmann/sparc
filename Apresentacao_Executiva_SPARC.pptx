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2926080" cy="22324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291C"/>
                </a:solidFill>
              </a:defRPr>
            </a:pPr>
            <a:r>
              <a:t>CLARO S.A.  •  INSTALAÇÃO EMPRESARIAL (ATIVAÇÃO B2B)  •  REGIONAL 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SPARC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Sistema de Provisionamento e Ativação de Roteadores Claro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14800"/>
            <a:ext cx="9875520" cy="137160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PROPÓSITO ESTRATÉGICO: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Eficiência Máxima com Custo Marginal Zero: Plataforma integrada e autônoma na ponta (Edge Computing) para ativação de CPEs (Cisco, HPE e Fortinet). Elimina a necessidade de servidores dedicados de teste e equipamentos de campo caros, acelerando o projeto Visita Única.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Responsável Técnico: George Calcmann  |  george.calcmann@claro.com.br</a:t>
            </a:r>
          </a:p>
          <a:p>
            <a:pPr>
              <a:defRPr sz="1100">
                <a:solidFill>
                  <a:srgbClr val="22C55E"/>
                </a:solidFill>
              </a:defRPr>
            </a:pPr>
            <a:r>
              <a:t>Versão Atual Homologada: v0.8.63 (Windows Single-File &amp; Android Mobile)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Diferencial Competitivo: Centralizado vs. SPARC (Edge)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🏢 PROJETOS COM INFRA CENTRALIZADA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Altíssimo CAPEX / OPEX: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Exige servidores de testes dedicados, infraestrutura de datacenter e licenciamento contínuo.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Aparelhos de Campo Caros: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Demanda testadores proprietários (JDSU / Viavi) de dezenas de milhares de reais por técnico.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Ponto Único de Falha (SPOF):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Instabilidade no servidor central paralisa técnicos em toda a operação.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Travamento sem Link WAN: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Se o circuito da operadora estiver DOWN na ponta, o teste remoto é incapaz de operar.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Ciclos Longos de Rollout: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Meses para homologação de infra, aquisição de hardware e liberação de portas em firewall.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846320"/>
          </a:xfrm>
          <a:prstGeom prst="roundRect">
            <a:avLst/>
          </a:prstGeom>
          <a:solidFill>
            <a:srgbClr val="1A264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⚡ SOLUÇÃO SPARC: INTELIGÊNCIA NA PONTA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✅ Custo Zero de Servidor: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Processamento 100% no dispositivo local que o técnico já possui (Notebook ou Celular Android).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✅ Aproveitamento da Malha Claro: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Testes de vazão e Y.1564 usam nós e CDNs já existentes da Claro, sem comprar appliances caros.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✅ Escalabilidade Infinita: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Arquitetura distribuída (Edge). 10 ou 1.000 técnicos ativam roteadores simultaneamente sem filas.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✅ Operação Autônoma sem WAN: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Servidores embarcados (HTTP/FTP/TFTP) recuperam e atualizam firmwares em bancada via OTG/ETH.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✅ Rollout Imediato (Pronto Hoje):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Executável único (.exe) e aplicativo Android (.apk) já compilados e operacionais.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 Processo Manual Anterior: Fricção e Perda de Produtividade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⏱️ Tempo Médio Elevado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35 a 50 minutos por roteador em condições normais. Com reset de senha ou firmware desatualizado, superava facilmente 1h30 por visita.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728655" cy="86868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📞 Gargalo de Diálogo Técnico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Dependência contínua de suporte telefônico e intermediação entre o analista Claro e o profissional de campo, gerando filas de espera.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8655" cy="86868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🔒 Senhas e Equipamentos Presos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Fricção com equipamentos bloqueados. Exigia digitação manual de comandos arriscados em ROMMON (0x2142) e BootWare (Ctrl+B).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86868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🧰 Múltiplos Softwares Dispersos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 técnico precisava alternar entre PuTTY, TFTPD32, calculadoras de sub-rede, bloco de notas e painel de rede do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8655" cy="86868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⚠️ Risco Crítico de Retrabalho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Falhas de digitação em IPs de WAN/LAN, rotas e máscaras SAIP geravam circuitos inoperantes e necessidade de segundas visitas.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 Esteira SPARC: Automação Inteligente em Menos de 10 Minutos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⚡ Velocidade Extrema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Esteira ponta a ponta concluída em &lt; 10 minutos com poucos cliques.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1031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📄 Leitor Automático SAIP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Importa PDF ou TXT oficial da Claro, preenche WAN/LAN e calcula automaticamente IPs de teste.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21031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🔓 Desbloqueio Automático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Quebra senhas desconhecidas em Cisco, HPE e Fortinet sem comandos manuais no bootloader.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3383280" cy="21031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🔌 Servidores Embarcados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TFTP, HTTP (:8080) e FTP (:2121) 100% nativos no executável/app. Zero softwares de terceiros.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49039"/>
            <a:ext cx="3383280" cy="21031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🧪 Homologação Integrada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Configura placa do técnico, executa ICMP triplo (LAN/WAN/Web), valida Telnet/SSH e audita banda nominal.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49039"/>
            <a:ext cx="7071055" cy="2103120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🎯 IMPACTO DIRETO NO PROJETO VISITA ÚNICA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Ao integrar leitor SAIP, quebra de senhas, carga de firmware e auditoria de banda na mesma esteira autônoma, o SPARC permite que qualquer técnico de campo execute ativações perfeitas logo na primeira visita, sem demandar conhecimento avançado de CLI e sem abrir chamados de apoio.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Mobilidade Total: A Bancada Completa Dentro do Bolso (Android)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📱 Operação Híbrida Notebook + Celular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 técnico tem liberdade total de trabalhar com notebook Windows (.exe único) ou direto no seu smartphone Android corporativo (.apk assinado), eliminando a obrigatoriedade de carregar computador para a torre ou rack.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⚡ HUB USB-C Simultâneo (Serial + TP-Link ETH)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Inovação exclusiva SPARC: permite conectar simultaneamente o cabo de console Serial CLI e a placa de rede Ethernet TP-Link no mesmo conector USB-C do celular, sem travamento de porta e sem troca física de cabos.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212080" cy="219456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🔌 Transferência Local em Bancada sem WAN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Quando o roteador está em bancada de testes ou a fibra do cliente ainda está sem link (WAN DOWN), o celular fornece o firmware homologado via servidor local embarcado (HTTP :8080 / FTP :2121) a velocidade de rede local (1 Gbps).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219456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🛡️ Isolamento Rigoroso de Rede (Process Binding)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Garante 100% de precisão técnica: vincula os sockets do aplicativo estritamente à interface Ethernet conectada ao roteador, impedindo vazamentos ou falsos positivos de banda/ping via dados móveis (4G/5G).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Impacto Operacional &amp; Retorno sobre o Investimento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99055" cy="228600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A291C"/>
                </a:solidFill>
              </a:defRPr>
            </a:pPr>
            <a:r>
              <a:t>-88%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Tempo de Ativação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 ~50 min para &lt; 10 min por equipamento.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99055" cy="228600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Aderência SAIP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erro de digitação em IPs, rotas e máscaras.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99055" cy="228600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R$ 0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Custo de Servidores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servidores dedicados, zero datacenter adicional.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71600"/>
            <a:ext cx="2499055" cy="228600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1 App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Solução Portátil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Substitui PuTTY, TFTPD32, scripts e calculadoras.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💡 GANHOS ESTRATÉGICOS PARA A CLARO S.A.: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Escalabilidade Imediata: Capacidade de preparar dezenas de roteadores diariamente por técnico sem estresse operacional.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Democratização do Conhecimento: Técnicos de nível básico executam tarefas de nível sênior (quebra de senha, restauração em ROMMON, bootware).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Economia de Combustível e Horas: Redução drástica de visitas improdutivas e devolução indevida de CPEs perfeitos para a logística.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Segurança Operacional: Auditoria automática com emissão de relatórios técnicos completos em PDF para documentação da ativação.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Roadmap Estratégico: Da Ativação à Assistência Técnica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🚀 ANDAMENTO ATUAL DAS ENTREGAS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▶ SPARC Mobile (Android) — 85%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Operação com HUB USB-C simultâneo (Serial + TP-Link ETH), esteira completa e homologação em campo.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▶ Repositório Central de Firmwares — 95%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Download automático da nuvem (GitHub Release) para todas as séries homologadas da Claro sem manipulação manual.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▶ Módulo Assistência Técnica — 80%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Ferramentas dedicadas para recuperação de placas corrompidas, quebra forçada de BIOS e limpeza de NVRAM.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▶ Certidões Avançadas Y.1564 — 75%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Geração de laudo técnico de ativação utilizando nós neutros da Claro, sem depender de testadores dedicados.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84632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PROJEÇÃO E INTEGRAÇÕES FUTURAS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★ Integração Sistêmica Claro: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Conexão direta com sistemas corporativos Claro (SAIP / NetWin / Despacho) para baixa automática de OS e feedback em tempo real.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★ Expansão para Switches de Acesso: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Inclusão de templates automatizados para switches de borda (Datacom, Huawei, Cisco Catalyst).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★ Assinatura Digital de Ativação: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Certificação criptográfica do laudo de ativação assinado digitalmente na ponta pelo aplicativo do operador.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★ Disponibilização Corporativa Nacional: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Empacotamento institucional para distribuição entre todas as regionais de Instalação Empresarial da Claro.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CLARO S.A. • INSTALAÇÃO EMPRESARIAL B2B • REGIONAL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Conclusão: Eficiência Tecnológica na Ponta da Operação</a:t>
            </a:r>
          </a:p>
        </p:txBody>
      </p:sp>
      <p:pic>
        <p:nvPicPr>
          <p:cNvPr id="6" name="Picture 5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280160" cy="976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SPARC • Sistema de Provisionamento e Ativação de Roteadores Claro  |  george.calcmann@claro.com.br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1A2642"/>
          </a:solidFill>
          <a:ln w="2540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 INOVAÇÃO QUE TRANSFORMA A REALIDADE DO CAMPO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O SPARC comprova na prática que resultados extraordinários em operações de telecomunicações não dependem de investimentos milionários em servidores centralizados ou na compra de ferramentas proprietárias caras.</a:t>
            </a:r>
            <a:br/>
            <a:br/>
            <a:r>
              <a:t>Com tecnologia moderna aplicada diretamente na ponta (Edge Computing), entregamos:</a:t>
            </a:r>
            <a:br/>
            <a:r>
              <a:t>• Agilidade extrema para os técnicos de campo e de bancada;</a:t>
            </a:r>
            <a:br/>
            <a:r>
              <a:t>• Custo de infraestrutura virtualmente ZERO para a Claro;</a:t>
            </a:r>
            <a:br/>
            <a:r>
              <a:t>• Padronização técnica rigorosa e garantia de cumprimento das metas do projeto Visita Única.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21E38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A291C"/>
                </a:solidFill>
              </a:defRPr>
            </a:pPr>
            <a:r>
              <a:t>CLARO S.A.  •  REGIONAL SANTA CATARINA  •  INSTALAÇÃO EMPRESARIAL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Contato do Projeto: George Calcmann  |  george.calcmann@claro.com.br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