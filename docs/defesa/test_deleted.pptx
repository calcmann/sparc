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1.svg" ContentType="image/svg+xml"/>
  <Override PartName="/ppt/media/image102.svg" ContentType="image/svg+xml"/>
  <Override PartName="/ppt/media/image103.svg" ContentType="image/svg+xml"/>
  <Override PartName="/ppt/media/image104.svg" ContentType="image/svg+xml"/>
  <Override PartName="/ppt/media/image105.svg" ContentType="image/svg+xml"/>
  <Override PartName="/ppt/media/image106.svg" ContentType="image/svg+xml"/>
  <Override PartName="/ppt/media/image107.svg" ContentType="image/svg+xml"/>
  <Override PartName="/ppt/media/image108.svg" ContentType="image/svg+xml"/>
  <Override PartName="/ppt/media/image109.svg" ContentType="image/svg+xml"/>
  <Override PartName="/ppt/media/image11.svg" ContentType="image/svg+xml"/>
  <Override PartName="/ppt/media/image110.svg" ContentType="image/svg+xml"/>
  <Override PartName="/ppt/media/image111.svg" ContentType="image/svg+xml"/>
  <Override PartName="/ppt/media/image112.svg" ContentType="image/svg+xml"/>
  <Override PartName="/ppt/media/image113.svg" ContentType="image/svg+xml"/>
  <Override PartName="/ppt/media/image114.svg" ContentType="image/svg+xml"/>
  <Override PartName="/ppt/media/image115.svg" ContentType="image/svg+xml"/>
  <Override PartName="/ppt/media/image116.svg" ContentType="image/svg+xml"/>
  <Override PartName="/ppt/media/image117.svg" ContentType="image/svg+xml"/>
  <Override PartName="/ppt/media/image118.svg" ContentType="image/svg+xml"/>
  <Override PartName="/ppt/media/image119.svg" ContentType="image/svg+xml"/>
  <Override PartName="/ppt/media/image12.svg" ContentType="image/svg+xml"/>
  <Override PartName="/ppt/media/image120.svg" ContentType="image/svg+xml"/>
  <Override PartName="/ppt/media/image121.svg" ContentType="image/svg+xml"/>
  <Override PartName="/ppt/media/image122.svg" ContentType="image/svg+xml"/>
  <Override PartName="/ppt/media/image123.svg" ContentType="image/svg+xml"/>
  <Override PartName="/ppt/media/image124.svg" ContentType="image/svg+xml"/>
  <Override PartName="/ppt/media/image125.svg" ContentType="image/svg+xml"/>
  <Override PartName="/ppt/media/image126.svg" ContentType="image/svg+xml"/>
  <Override PartName="/ppt/media/image127.svg" ContentType="image/svg+xml"/>
  <Override PartName="/ppt/media/image128.svg" ContentType="image/svg+xml"/>
  <Override PartName="/ppt/media/image129.svg" ContentType="image/svg+xml"/>
  <Override PartName="/ppt/media/image13.svg" ContentType="image/svg+xml"/>
  <Override PartName="/ppt/media/image130.svg" ContentType="image/svg+xml"/>
  <Override PartName="/ppt/media/image131.svg" ContentType="image/svg+xml"/>
  <Override PartName="/ppt/media/image132.svg" ContentType="image/svg+xml"/>
  <Override PartName="/ppt/media/image133.svg" ContentType="image/svg+xml"/>
  <Override PartName="/ppt/media/image134.svg" ContentType="image/svg+xml"/>
  <Override PartName="/ppt/media/image135.svg" ContentType="image/svg+xml"/>
  <Override PartName="/ppt/media/image136.svg" ContentType="image/svg+xml"/>
  <Override PartName="/ppt/media/image137.svg" ContentType="image/svg+xml"/>
  <Override PartName="/ppt/media/image138.svg" ContentType="image/svg+xml"/>
  <Override PartName="/ppt/media/image139.svg" ContentType="image/svg+xml"/>
  <Override PartName="/ppt/media/image14.svg" ContentType="image/svg+xml"/>
  <Override PartName="/ppt/media/image140.svg" ContentType="image/svg+xml"/>
  <Override PartName="/ppt/media/image141.svg" ContentType="image/svg+xml"/>
  <Override PartName="/ppt/media/image142.svg" ContentType="image/svg+xml"/>
  <Override PartName="/ppt/media/image143.svg" ContentType="image/svg+xml"/>
  <Override PartName="/ppt/media/image144.svg" ContentType="image/svg+xml"/>
  <Override PartName="/ppt/media/image145.svg" ContentType="image/svg+xml"/>
  <Override PartName="/ppt/media/image146.svg" ContentType="image/svg+xml"/>
  <Override PartName="/ppt/media/image147.svg" ContentType="image/svg+xml"/>
  <Override PartName="/ppt/media/image148.svg" ContentType="image/svg+xml"/>
  <Override PartName="/ppt/media/image149.svg" ContentType="image/svg+xml"/>
  <Override PartName="/ppt/media/image15.svg" ContentType="image/svg+xml"/>
  <Override PartName="/ppt/media/image150.svg" ContentType="image/svg+xml"/>
  <Override PartName="/ppt/media/image151.svg" ContentType="image/svg+xml"/>
  <Override PartName="/ppt/media/image152.svg" ContentType="image/svg+xml"/>
  <Override PartName="/ppt/media/image153.svg" ContentType="image/svg+xml"/>
  <Override PartName="/ppt/media/image154.svg" ContentType="image/svg+xml"/>
  <Override PartName="/ppt/media/image155.svg" ContentType="image/svg+xml"/>
  <Override PartName="/ppt/media/image156.svg" ContentType="image/svg+xml"/>
  <Override PartName="/ppt/media/image157.svg" ContentType="image/svg+xml"/>
  <Override PartName="/ppt/media/image158.svg" ContentType="image/svg+xml"/>
  <Override PartName="/ppt/media/image159.svg" ContentType="image/svg+xml"/>
  <Override PartName="/ppt/media/image16.svg" ContentType="image/svg+xml"/>
  <Override PartName="/ppt/media/image160.svg" ContentType="image/svg+xml"/>
  <Override PartName="/ppt/media/image161.svg" ContentType="image/svg+xml"/>
  <Override PartName="/ppt/media/image162.svg" ContentType="image/svg+xml"/>
  <Override PartName="/ppt/media/image163.svg" ContentType="image/svg+xml"/>
  <Override PartName="/ppt/media/image164.svg" ContentType="image/svg+xml"/>
  <Override PartName="/ppt/media/image165.svg" ContentType="image/svg+xml"/>
  <Override PartName="/ppt/media/image166.svg" ContentType="image/svg+xml"/>
  <Override PartName="/ppt/media/image167.svg" ContentType="image/svg+xml"/>
  <Override PartName="/ppt/media/image168.svg" ContentType="image/svg+xml"/>
  <Override PartName="/ppt/media/image169.svg" ContentType="image/svg+xml"/>
  <Override PartName="/ppt/media/image17.svg" ContentType="image/svg+xml"/>
  <Override PartName="/ppt/media/image170.svg" ContentType="image/svg+xml"/>
  <Override PartName="/ppt/media/image171.svg" ContentType="image/svg+xml"/>
  <Override PartName="/ppt/media/image172.svg" ContentType="image/svg+xml"/>
  <Override PartName="/ppt/media/image173.svg" ContentType="image/svg+xml"/>
  <Override PartName="/ppt/media/image174.svg" ContentType="image/svg+xml"/>
  <Override PartName="/ppt/media/image175.svg" ContentType="image/svg+xml"/>
  <Override PartName="/ppt/media/image176.svg" ContentType="image/svg+xml"/>
  <Override PartName="/ppt/media/image177.svg" ContentType="image/svg+xml"/>
  <Override PartName="/ppt/media/image178.svg" ContentType="image/svg+xml"/>
  <Override PartName="/ppt/media/image179.svg" ContentType="image/svg+xml"/>
  <Override PartName="/ppt/media/image18.svg" ContentType="image/svg+xml"/>
  <Override PartName="/ppt/media/image180.svg" ContentType="image/svg+xml"/>
  <Override PartName="/ppt/media/image181.svg" ContentType="image/svg+xml"/>
  <Override PartName="/ppt/media/image182.svg" ContentType="image/svg+xml"/>
  <Override PartName="/ppt/media/image183.svg" ContentType="image/svg+xml"/>
  <Override PartName="/ppt/media/image184.svg" ContentType="image/svg+xml"/>
  <Override PartName="/ppt/media/image185.svg" ContentType="image/svg+xml"/>
  <Override PartName="/ppt/media/image186.svg" ContentType="image/svg+xml"/>
  <Override PartName="/ppt/media/image187.svg" ContentType="image/svg+xml"/>
  <Override PartName="/ppt/media/image188.svg" ContentType="image/svg+xml"/>
  <Override PartName="/ppt/media/image189.svg" ContentType="image/svg+xml"/>
  <Override PartName="/ppt/media/image19.svg" ContentType="image/svg+xml"/>
  <Override PartName="/ppt/media/image190.svg" ContentType="image/svg+xml"/>
  <Override PartName="/ppt/media/image191.svg" ContentType="image/svg+xml"/>
  <Override PartName="/ppt/media/image192.svg" ContentType="image/svg+xml"/>
  <Override PartName="/ppt/media/image193.svg" ContentType="image/svg+xml"/>
  <Override PartName="/ppt/media/image194.svg" ContentType="image/svg+xml"/>
  <Override PartName="/ppt/media/image195.svg" ContentType="image/svg+xml"/>
  <Override PartName="/ppt/media/image196.svg" ContentType="image/svg+xml"/>
  <Override PartName="/ppt/media/image197.svg" ContentType="image/svg+xml"/>
  <Override PartName="/ppt/media/image198.svg" ContentType="image/svg+xml"/>
  <Override PartName="/ppt/media/image199.svg" ContentType="image/svg+xml"/>
  <Override PartName="/ppt/media/image20.svg" ContentType="image/svg+xml"/>
  <Override PartName="/ppt/media/image200.svg" ContentType="image/svg+xml"/>
  <Override PartName="/ppt/media/image201.svg" ContentType="image/svg+xml"/>
  <Override PartName="/ppt/media/image202.svg" ContentType="image/svg+xml"/>
  <Override PartName="/ppt/media/image203.svg" ContentType="image/svg+xml"/>
  <Override PartName="/ppt/media/image204.svg" ContentType="image/svg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1.svg" ContentType="image/svg+xml"/>
  <Override PartName="/ppt/media/image210.svg" ContentType="image/svg+xml"/>
  <Override PartName="/ppt/media/image211.svg" ContentType="image/svg+xml"/>
  <Override PartName="/ppt/media/image212.svg" ContentType="image/svg+xml"/>
  <Override PartName="/ppt/media/image213.svg" ContentType="image/svg+xml"/>
  <Override PartName="/ppt/media/image214.svg" ContentType="image/svg+xml"/>
  <Override PartName="/ppt/media/image215.svg" ContentType="image/svg+xml"/>
  <Override PartName="/ppt/media/image216.svg" ContentType="image/svg+xml"/>
  <Override PartName="/ppt/media/image217.svg" ContentType="image/svg+xml"/>
  <Override PartName="/ppt/media/image218.svg" ContentType="image/svg+xml"/>
  <Override PartName="/ppt/media/image219.svg" ContentType="image/svg+xml"/>
  <Override PartName="/ppt/media/image22.svg" ContentType="image/svg+xml"/>
  <Override PartName="/ppt/media/image220.svg" ContentType="image/svg+xml"/>
  <Override PartName="/ppt/media/image221.svg" ContentType="image/svg+xml"/>
  <Override PartName="/ppt/media/image222.svg" ContentType="image/svg+xml"/>
  <Override PartName="/ppt/media/image223.svg" ContentType="image/svg+xml"/>
  <Override PartName="/ppt/media/image224.svg" ContentType="image/svg+xml"/>
  <Override PartName="/ppt/media/image225.svg" ContentType="image/svg+xml"/>
  <Override PartName="/ppt/media/image226.svg" ContentType="image/svg+xml"/>
  <Override PartName="/ppt/media/image227.svg" ContentType="image/svg+xml"/>
  <Override PartName="/ppt/media/image228.svg" ContentType="image/svg+xml"/>
  <Override PartName="/ppt/media/image229.svg" ContentType="image/svg+xml"/>
  <Override PartName="/ppt/media/image23.svg" ContentType="image/svg+xml"/>
  <Override PartName="/ppt/media/image230.svg" ContentType="image/svg+xml"/>
  <Override PartName="/ppt/media/image231.svg" ContentType="image/svg+xml"/>
  <Override PartName="/ppt/media/image232.svg" ContentType="image/svg+xml"/>
  <Override PartName="/ppt/media/image233.svg" ContentType="image/svg+xml"/>
  <Override PartName="/ppt/media/image234.svg" ContentType="image/svg+xml"/>
  <Override PartName="/ppt/media/image235.svg" ContentType="image/svg+xml"/>
  <Override PartName="/ppt/media/image236.svg" ContentType="image/svg+xml"/>
  <Override PartName="/ppt/media/image237.svg" ContentType="image/svg+xml"/>
  <Override PartName="/ppt/media/image238.svg" ContentType="image/svg+xml"/>
  <Override PartName="/ppt/media/image239.svg" ContentType="image/svg+xml"/>
  <Override PartName="/ppt/media/image24.svg" ContentType="image/svg+xml"/>
  <Override PartName="/ppt/media/image240.svg" ContentType="image/svg+xml"/>
  <Override PartName="/ppt/media/image241.svg" ContentType="image/svg+xml"/>
  <Override PartName="/ppt/media/image242.svg" ContentType="image/svg+xml"/>
  <Override PartName="/ppt/media/image243.svg" ContentType="image/svg+xml"/>
  <Override PartName="/ppt/media/image244.svg" ContentType="image/svg+xml"/>
  <Override PartName="/ppt/media/image245.svg" ContentType="image/svg+xml"/>
  <Override PartName="/ppt/media/image246.svg" ContentType="image/svg+xml"/>
  <Override PartName="/ppt/media/image247.svg" ContentType="image/svg+xml"/>
  <Override PartName="/ppt/media/image248.svg" ContentType="image/svg+xml"/>
  <Override PartName="/ppt/media/image249.svg" ContentType="image/svg+xml"/>
  <Override PartName="/ppt/media/image25.svg" ContentType="image/svg+xml"/>
  <Override PartName="/ppt/media/image250.svg" ContentType="image/svg+xml"/>
  <Override PartName="/ppt/media/image251.svg" ContentType="image/svg+xml"/>
  <Override PartName="/ppt/media/image252.svg" ContentType="image/svg+xml"/>
  <Override PartName="/ppt/media/image253.svg" ContentType="image/svg+xml"/>
  <Override PartName="/ppt/media/image254.svg" ContentType="image/svg+xml"/>
  <Override PartName="/ppt/media/image255.svg" ContentType="image/svg+xml"/>
  <Override PartName="/ppt/media/image256.svg" ContentType="image/svg+xml"/>
  <Override PartName="/ppt/media/image257.svg" ContentType="image/svg+xml"/>
  <Override PartName="/ppt/media/image258.svg" ContentType="image/svg+xml"/>
  <Override PartName="/ppt/media/image259.svg" ContentType="image/svg+xml"/>
  <Override PartName="/ppt/media/image26.svg" ContentType="image/svg+xml"/>
  <Override PartName="/ppt/media/image260.svg" ContentType="image/svg+xml"/>
  <Override PartName="/ppt/media/image261.svg" ContentType="image/svg+xml"/>
  <Override PartName="/ppt/media/image262.svg" ContentType="image/svg+xml"/>
  <Override PartName="/ppt/media/image263.svg" ContentType="image/svg+xml"/>
  <Override PartName="/ppt/media/image264.svg" ContentType="image/svg+xml"/>
  <Override PartName="/ppt/media/image265.svg" ContentType="image/svg+xml"/>
  <Override PartName="/ppt/media/image266.svg" ContentType="image/svg+xml"/>
  <Override PartName="/ppt/media/image267.svg" ContentType="image/svg+xml"/>
  <Override PartName="/ppt/media/image268.svg" ContentType="image/svg+xml"/>
  <Override PartName="/ppt/media/image269.svg" ContentType="image/svg+xml"/>
  <Override PartName="/ppt/media/image27.svg" ContentType="image/svg+xml"/>
  <Override PartName="/ppt/media/image270.svg" ContentType="image/svg+xml"/>
  <Override PartName="/ppt/media/image271.svg" ContentType="image/svg+xml"/>
  <Override PartName="/ppt/media/image272.svg" ContentType="image/svg+xml"/>
  <Override PartName="/ppt/media/image273.svg" ContentType="image/svg+xml"/>
  <Override PartName="/ppt/media/image274.svg" ContentType="image/svg+xml"/>
  <Override PartName="/ppt/media/image275.svg" ContentType="image/svg+xml"/>
  <Override PartName="/ppt/media/image276.svg" ContentType="image/svg+xml"/>
  <Override PartName="/ppt/media/image277.svg" ContentType="image/svg+xml"/>
  <Override PartName="/ppt/media/image278.svg" ContentType="image/svg+xml"/>
  <Override PartName="/ppt/media/image279.svg" ContentType="image/svg+xml"/>
  <Override PartName="/ppt/media/image28.svg" ContentType="image/svg+xml"/>
  <Override PartName="/ppt/media/image280.svg" ContentType="image/svg+xml"/>
  <Override PartName="/ppt/media/image281.svg" ContentType="image/svg+xml"/>
  <Override PartName="/ppt/media/image282.svg" ContentType="image/svg+xml"/>
  <Override PartName="/ppt/media/image283.svg" ContentType="image/svg+xml"/>
  <Override PartName="/ppt/media/image284.svg" ContentType="image/svg+xml"/>
  <Override PartName="/ppt/media/image285.svg" ContentType="image/svg+xml"/>
  <Override PartName="/ppt/media/image286.svg" ContentType="image/svg+xml"/>
  <Override PartName="/ppt/media/image287.svg" ContentType="image/svg+xml"/>
  <Override PartName="/ppt/media/image288.svg" ContentType="image/svg+xml"/>
  <Override PartName="/ppt/media/image289.svg" ContentType="image/svg+xml"/>
  <Override PartName="/ppt/media/image29.svg" ContentType="image/svg+xml"/>
  <Override PartName="/ppt/media/image290.svg" ContentType="image/svg+xml"/>
  <Override PartName="/ppt/media/image291.svg" ContentType="image/svg+xml"/>
  <Override PartName="/ppt/media/image292.svg" ContentType="image/svg+xml"/>
  <Override PartName="/ppt/media/image293.svg" ContentType="image/svg+xml"/>
  <Override PartName="/ppt/media/image294.svg" ContentType="image/svg+xml"/>
  <Override PartName="/ppt/media/image295.svg" ContentType="image/svg+xml"/>
  <Override PartName="/ppt/media/image296.svg" ContentType="image/svg+xml"/>
  <Override PartName="/ppt/media/image297.svg" ContentType="image/svg+xml"/>
  <Override PartName="/ppt/media/image298.svg" ContentType="image/svg+xml"/>
  <Override PartName="/ppt/media/image299.svg" ContentType="image/svg+xml"/>
  <Override PartName="/ppt/media/image30.svg" ContentType="image/svg+xml"/>
  <Override PartName="/ppt/media/image300.svg" ContentType="image/svg+xml"/>
  <Override PartName="/ppt/media/image301.svg" ContentType="image/svg+xml"/>
  <Override PartName="/ppt/media/image302.svg" ContentType="image/svg+xml"/>
  <Override PartName="/ppt/media/image303.svg" ContentType="image/svg+xml"/>
  <Override PartName="/ppt/media/image304.svg" ContentType="image/svg+xml"/>
  <Override PartName="/ppt/media/image305.svg" ContentType="image/svg+xml"/>
  <Override PartName="/ppt/media/image306.svg" ContentType="image/svg+xml"/>
  <Override PartName="/ppt/media/image307.svg" ContentType="image/svg+xml"/>
  <Override PartName="/ppt/media/image308.svg" ContentType="image/svg+xml"/>
  <Override PartName="/ppt/media/image309.svg" ContentType="image/svg+xml"/>
  <Override PartName="/ppt/media/image31.svg" ContentType="image/svg+xml"/>
  <Override PartName="/ppt/media/image310.svg" ContentType="image/svg+xml"/>
  <Override PartName="/ppt/media/image311.svg" ContentType="image/svg+xml"/>
  <Override PartName="/ppt/media/image312.svg" ContentType="image/svg+xml"/>
  <Override PartName="/ppt/media/image313.svg" ContentType="image/svg+xml"/>
  <Override PartName="/ppt/media/image314.svg" ContentType="image/svg+xml"/>
  <Override PartName="/ppt/media/image315.svg" ContentType="image/svg+xml"/>
  <Override PartName="/ppt/media/image316.svg" ContentType="image/svg+xml"/>
  <Override PartName="/ppt/media/image317.svg" ContentType="image/svg+xml"/>
  <Override PartName="/ppt/media/image318.svg" ContentType="image/svg+xml"/>
  <Override PartName="/ppt/media/image319.svg" ContentType="image/svg+xml"/>
  <Override PartName="/ppt/media/image32.svg" ContentType="image/svg+xml"/>
  <Override PartName="/ppt/media/image320.svg" ContentType="image/svg+xml"/>
  <Override PartName="/ppt/media/image321.svg" ContentType="image/svg+xml"/>
  <Override PartName="/ppt/media/image322.svg" ContentType="image/svg+xml"/>
  <Override PartName="/ppt/media/image323.svg" ContentType="image/svg+xml"/>
  <Override PartName="/ppt/media/image324.svg" ContentType="image/svg+xml"/>
  <Override PartName="/ppt/media/image325.svg" ContentType="image/svg+xml"/>
  <Override PartName="/ppt/media/image326.svg" ContentType="image/svg+xml"/>
  <Override PartName="/ppt/media/image327.svg" ContentType="image/svg+xml"/>
  <Override PartName="/ppt/media/image328.svg" ContentType="image/svg+xml"/>
  <Override PartName="/ppt/media/image329.svg" ContentType="image/svg+xml"/>
  <Override PartName="/ppt/media/image33.svg" ContentType="image/svg+xml"/>
  <Override PartName="/ppt/media/image330.svg" ContentType="image/svg+xml"/>
  <Override PartName="/ppt/media/image331.svg" ContentType="image/svg+xml"/>
  <Override PartName="/ppt/media/image332.svg" ContentType="image/svg+xml"/>
  <Override PartName="/ppt/media/image333.svg" ContentType="image/svg+xml"/>
  <Override PartName="/ppt/media/image334.svg" ContentType="image/svg+xml"/>
  <Override PartName="/ppt/media/image335.svg" ContentType="image/svg+xml"/>
  <Override PartName="/ppt/media/image336.svg" ContentType="image/svg+xml"/>
  <Override PartName="/ppt/media/image337.svg" ContentType="image/svg+xml"/>
  <Override PartName="/ppt/media/image338.svg" ContentType="image/svg+xml"/>
  <Override PartName="/ppt/media/image339.svg" ContentType="image/svg+xml"/>
  <Override PartName="/ppt/media/image34.svg" ContentType="image/svg+xml"/>
  <Override PartName="/ppt/media/image340.svg" ContentType="image/svg+xml"/>
  <Override PartName="/ppt/media/image341.svg" ContentType="image/svg+xml"/>
  <Override PartName="/ppt/media/image342.svg" ContentType="image/svg+xml"/>
  <Override PartName="/ppt/media/image343.svg" ContentType="image/svg+xml"/>
  <Override PartName="/ppt/media/image344.svg" ContentType="image/svg+xml"/>
  <Override PartName="/ppt/media/image345.svg" ContentType="image/svg+xml"/>
  <Override PartName="/ppt/media/image346.svg" ContentType="image/svg+xml"/>
  <Override PartName="/ppt/media/image347.svg" ContentType="image/svg+xml"/>
  <Override PartName="/ppt/media/image348.svg" ContentType="image/svg+xml"/>
  <Override PartName="/ppt/media/image349.svg" ContentType="image/svg+xml"/>
  <Override PartName="/ppt/media/image35.svg" ContentType="image/svg+xml"/>
  <Override PartName="/ppt/media/image350.svg" ContentType="image/svg+xml"/>
  <Override PartName="/ppt/media/image351.svg" ContentType="image/svg+xml"/>
  <Override PartName="/ppt/media/image352.svg" ContentType="image/svg+xml"/>
  <Override PartName="/ppt/media/image353.svg" ContentType="image/svg+xml"/>
  <Override PartName="/ppt/media/image354.svg" ContentType="image/svg+xml"/>
  <Override PartName="/ppt/media/image355.svg" ContentType="image/svg+xml"/>
  <Override PartName="/ppt/media/image356.svg" ContentType="image/svg+xml"/>
  <Override PartName="/ppt/media/image357.svg" ContentType="image/svg+xml"/>
  <Override PartName="/ppt/media/image358.svg" ContentType="image/svg+xml"/>
  <Override PartName="/ppt/media/image359.svg" ContentType="image/svg+xml"/>
  <Override PartName="/ppt/media/image36.svg" ContentType="image/svg+xml"/>
  <Override PartName="/ppt/media/image360.svg" ContentType="image/svg+xml"/>
  <Override PartName="/ppt/media/image361.svg" ContentType="image/svg+xml"/>
  <Override PartName="/ppt/media/image362.svg" ContentType="image/svg+xml"/>
  <Override PartName="/ppt/media/image363.svg" ContentType="image/svg+xml"/>
  <Override PartName="/ppt/media/image364.svg" ContentType="image/svg+xml"/>
  <Override PartName="/ppt/media/image365.svg" ContentType="image/svg+xml"/>
  <Override PartName="/ppt/media/image366.svg" ContentType="image/svg+xml"/>
  <Override PartName="/ppt/media/image367.svg" ContentType="image/svg+xml"/>
  <Override PartName="/ppt/media/image368.svg" ContentType="image/svg+xml"/>
  <Override PartName="/ppt/media/image369.svg" ContentType="image/svg+xml"/>
  <Override PartName="/ppt/media/image37.svg" ContentType="image/svg+xml"/>
  <Override PartName="/ppt/media/image370.svg" ContentType="image/svg+xml"/>
  <Override PartName="/ppt/media/image38.svg" ContentType="image/svg+xml"/>
  <Override PartName="/ppt/media/image39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7.svg" ContentType="image/svg+xml"/>
  <Override PartName="/ppt/media/image48.svg" ContentType="image/svg+xml"/>
  <Override PartName="/ppt/media/image49.svg" ContentType="image/svg+xml"/>
  <Override PartName="/ppt/media/image50.svg" ContentType="image/svg+xml"/>
  <Override PartName="/ppt/media/image51.svg" ContentType="image/svg+xml"/>
  <Override PartName="/ppt/media/image52.svg" ContentType="image/svg+xml"/>
  <Override PartName="/ppt/media/image53.svg" ContentType="image/svg+xml"/>
  <Override PartName="/ppt/media/image54.svg" ContentType="image/svg+xml"/>
  <Override PartName="/ppt/media/image55.svg" ContentType="image/svg+xml"/>
  <Override PartName="/ppt/media/image56.svg" ContentType="image/svg+xml"/>
  <Override PartName="/ppt/media/image57.svg" ContentType="image/svg+xml"/>
  <Override PartName="/ppt/media/image58.svg" ContentType="image/svg+xml"/>
  <Override PartName="/ppt/media/image59.svg" ContentType="image/svg+xml"/>
  <Override PartName="/ppt/media/image60.svg" ContentType="image/svg+xml"/>
  <Override PartName="/ppt/media/image61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5.svg" ContentType="image/svg+xml"/>
  <Override PartName="/ppt/media/image66.svg" ContentType="image/svg+xml"/>
  <Override PartName="/ppt/media/image67.svg" ContentType="image/svg+xml"/>
  <Override PartName="/ppt/media/image68.svg" ContentType="image/svg+xml"/>
  <Override PartName="/ppt/media/image69.svg" ContentType="image/svg+xml"/>
  <Override PartName="/ppt/media/image70.svg" ContentType="image/svg+xml"/>
  <Override PartName="/ppt/media/image71.svg" ContentType="image/svg+xml"/>
  <Override PartName="/ppt/media/image72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8.svg" ContentType="image/svg+xml"/>
  <Override PartName="/ppt/media/image79.svg" ContentType="image/svg+xml"/>
  <Override PartName="/ppt/media/image80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86.svg" ContentType="image/svg+xml"/>
  <Override PartName="/ppt/media/image87.svg" ContentType="image/svg+xml"/>
  <Override PartName="/ppt/media/image88.svg" ContentType="image/svg+xml"/>
  <Override PartName="/ppt/media/image89.svg" ContentType="image/svg+xml"/>
  <Override PartName="/ppt/media/image90.svg" ContentType="image/svg+xml"/>
  <Override PartName="/ppt/media/image91.svg" ContentType="image/svg+xml"/>
  <Override PartName="/ppt/media/image92.svg" ContentType="image/svg+xml"/>
  <Override PartName="/ppt/media/image93.svg" ContentType="image/svg+xml"/>
  <Override PartName="/ppt/media/image94.svg" ContentType="image/svg+xml"/>
  <Override PartName="/ppt/media/image95.svg" ContentType="image/svg+xml"/>
  <Override PartName="/ppt/media/image96.svg" ContentType="image/svg+xml"/>
  <Override PartName="/ppt/media/image97.svg" ContentType="image/svg+xml"/>
  <Override PartName="/ppt/media/image98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sldIdLst>
    <p:sldId id="256" r:id="rId5"/>
    <p:sldId id="295" r:id="rId6"/>
    <p:sldId id="299" r:id="rId7"/>
    <p:sldId id="279" r:id="rId8"/>
    <p:sldId id="264" r:id="rId9"/>
    <p:sldId id="274" r:id="rId10"/>
    <p:sldId id="325" r:id="rId11"/>
  </p:sldIdLst>
  <p:sldSz cx="12192000" cy="6858000"/>
  <p:notesSz cx="6858000" cy="9144000"/>
  <p:embeddedFontLst>
    <p:embeddedFont>
      <p:font typeface="AMX" panose="020B0604020202020204" charset="0"/>
      <p:regular r:id="rId14"/>
      <p:bold r:id="rId15"/>
      <p:italic r:id="rId16"/>
      <p:boldItalic r:id="rId1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apas" id="{EAD8FFF2-B2CE-4C22-A5B0-D5F761D2846C}">
          <p14:sldIdLst>
            <p14:sldId id="256"/>
            <p14:sldId id="295"/>
          </p14:sldIdLst>
        </p14:section>
        <p14:section name="Destaques" id="{CFCE3755-1EB6-4CA3-81E6-A7B68D10B71A}">
          <p14:sldIdLst/>
        </p14:section>
        <p14:section name="Fundos" id="{34F02855-1E55-4563-9C4C-2036502C6124}">
          <p14:sldIdLst>
            <p14:sldId id="299"/>
          </p14:sldIdLst>
        </p14:section>
        <p14:section name="Texto" id="{5B2D68AA-AF37-4798-8340-D94CED422595}">
          <p14:sldIdLst>
            <p14:sldId id="279"/>
            <p14:sldId id="264"/>
          </p14:sldIdLst>
        </p14:section>
        <p14:section name="Programas" id="{0BF6F6DE-C575-4103-A164-FAEDFF062F1F}">
          <p14:sldIdLst/>
        </p14:section>
        <p14:section name="Gráficos" id="{696F05BC-91A9-48DF-846D-17C708CEC8A6}">
          <p14:sldIdLst/>
        </p14:section>
        <p14:section name="Linhas do tempo" id="{15F4C779-4913-49EF-9BF9-5850B68EB725}">
          <p14:sldIdLst/>
        </p14:section>
        <p14:section name="Mídias" id="{F92A6E48-60EF-409D-8DE6-BA4134BDB9C8}">
          <p14:sldIdLst>
            <p14:sldId id="274"/>
            <p14:sldId id="325"/>
          </p14:sldIdLst>
        </p14:section>
        <p14:section name="Extra" id="{14C77CD7-7A87-4339-AC36-95627EEDD7D6}">
          <p14:sldIdLst>
            <p14:sldId id="282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8428"/>
    <a:srgbClr val="FFC000"/>
    <a:srgbClr val="E2262B"/>
    <a:srgbClr val="960000"/>
    <a:srgbClr val="FFFFFF"/>
    <a:srgbClr val="E23236"/>
    <a:srgbClr val="A6ACB3"/>
    <a:srgbClr val="B61F2E"/>
    <a:srgbClr val="4472C4"/>
    <a:srgbClr val="A5A5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B8060A-1D80-F966-C404-34FA25F366C9}" v="2" dt="2024-08-06T21:23: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76" autoAdjust="0"/>
    <p:restoredTop sz="96327" autoAdjust="0"/>
  </p:normalViewPr>
  <p:slideViewPr>
    <p:cSldViewPr snapToGrid="0">
      <p:cViewPr varScale="1">
        <p:scale>
          <a:sx n="111" d="100"/>
          <a:sy n="111" d="100"/>
        </p:scale>
        <p:origin x="48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microsoft.com/office/2015/10/relationships/revisionInfo" Target="revisionInfo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087D1-ED8E-0CBF-AC54-2DDDC75BB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459875-6337-26B7-BB97-51ADF191AF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DD1580-6F10-231B-9CBD-BD0F783DC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96E51F-16FD-2E81-FBB7-C9206610D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36371F7-7495-7F7D-75AB-D4A21AB1C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59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43C757-B369-CCE6-1FE2-49C11147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B2F582-AC04-AD73-5264-65FB059FF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CB4711D-CFDD-74B2-A111-D89F3036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E7340E-25E1-DF9D-F321-7D4FF7189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A0B150-5D29-D5AA-CB3F-D5CCC85F7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27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F7B9C-81BB-A0E2-8B59-55065BC9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97DF37-7A14-F292-8640-F9F160929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7C37675-AFD7-5B0F-73B2-6074428EF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EFE2B5-53B6-7A14-5C7D-86C81F19F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9E79EC3-5687-757F-5C78-B3C2AE194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084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C41902-28A4-F2C9-CC2C-787864F08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6C3B73-53DF-D668-0305-670D99113F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D77DBD5-B643-4AD9-7559-9DA18C711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059941-7B9A-FF74-5620-4C3ED3BEE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CC9E3C-5CE2-589F-1D96-451CCE7CD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6393D9C-9E35-7C44-BBB1-D23B2AEC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3149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23E870-5E04-376A-93B4-55139DA5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30B870-91A4-45CC-FA4F-550AF48073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C1FBC2C-BF48-A0AB-4A47-1EE8CEB12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7421949-9A27-3392-AD3F-603C7A0007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DD677FA-5CD6-7768-E309-3124410369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0E3FD9A-51E7-57C7-A1E1-5490D6BB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AB61E87-4B1C-1584-56D3-A2D6884D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9E6F976-B852-CBAB-84BA-2FF784DF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293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C5F8B1-B6EE-B781-97E3-297BBC474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1B4DEC9-168E-27FA-57A0-AB3C139F7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903FF72-11B5-2ACD-C26D-3BD089EE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86D7EBA-E8F6-0C87-EBAE-50D283765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59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8ECCAB0-15C5-AE2E-E029-D42102C8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13C6FE6-B091-DCED-8005-EF7E69628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9238B4A-ECA6-7E30-803E-25D7272A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8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3A0734-A838-22F0-DBB8-A7307D667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EBD0B2-EC49-405C-42F9-362F211A7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4D065F-C836-6774-51A6-BEB27C62C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2176A9-CCC3-45DC-3267-CCEAF5596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80BF3CE-7A55-0EC3-426C-BDEFE4556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A8F7FD5-FC05-5064-4582-6FD3D00E5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40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657433-C980-8926-8410-C62733D0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EEF9C3-CAE4-4535-9F74-3106431425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00D120-E648-189B-3DAA-ABBA393EA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DB28DE-346A-13C5-9E69-B664E332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9099E2-9632-9B46-341F-781BBD62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55C23A-11E1-37BC-DCAE-48869CFC6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4867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6569C-F16C-5396-E2B1-6FE8FA7D8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29041D-30B8-949E-5B26-AC261BBE39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195AC4-D58F-831B-3862-196CB499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13125F-93A7-E3E2-846B-FDE270672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5C0B6F0-152A-9B78-615A-4E8856057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10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A304965-138B-EE14-0349-04433ED90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964676-57BF-9F04-B1C5-594877F2CB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C7E15A-EC4A-4ABE-F52C-7AE1D1E9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57A499-499C-BAD9-2375-9340D334C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187C2C-9A8D-6912-7328-2A9FA64B2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84613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4572C66-598B-51E4-B8F2-E4749EE75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311E40-79FC-08B0-CA69-3F641F073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C56E1E-59C4-D72B-96D6-AB88FF9BB7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E6348-EA43-4967-B688-166A5172E79A}" type="datetimeFigureOut">
              <a:rPr lang="pt-BR" smtClean="0"/>
              <a:t>29/10/2026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3214AD1-F8AA-2C10-BCEC-B8FC863E9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71BD879-A193-B660-5AFE-711E16877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B9F937-FBB3-4B9E-AE5E-D4D8F278FC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65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10.svg"/><Relationship Id="rId4" Type="http://schemas.openxmlformats.org/officeDocument/2006/relationships/image" Target="../media/image11.svg"/><Relationship Id="rId5" Type="http://schemas.openxmlformats.org/officeDocument/2006/relationships/image" Target="../media/image12.svg"/><Relationship Id="rId6" Type="http://schemas.openxmlformats.org/officeDocument/2006/relationships/image" Target="../media/image13.svg"/><Relationship Id="rId7" Type="http://schemas.openxmlformats.org/officeDocument/2006/relationships/image" Target="../media/image14.svg"/><Relationship Id="rId8" Type="http://schemas.openxmlformats.org/officeDocument/2006/relationships/image" Target="../media/image15.svg"/><Relationship Id="rId9" Type="http://schemas.openxmlformats.org/officeDocument/2006/relationships/image" Target="../media/image16.svg"/><Relationship Id="rId10" Type="http://schemas.openxmlformats.org/officeDocument/2006/relationships/image" Target="../media/image17.svg"/><Relationship Id="rId11" Type="http://schemas.openxmlformats.org/officeDocument/2006/relationships/image" Target="../media/image18.svg"/><Relationship Id="rId12" Type="http://schemas.openxmlformats.org/officeDocument/2006/relationships/image" Target="../media/image19.svg"/><Relationship Id="rId13" Type="http://schemas.openxmlformats.org/officeDocument/2006/relationships/image" Target="../media/image20.svg"/><Relationship Id="rId14" Type="http://schemas.openxmlformats.org/officeDocument/2006/relationships/image" Target="../media/image21.svg"/><Relationship Id="rId15" Type="http://schemas.openxmlformats.org/officeDocument/2006/relationships/image" Target="../media/image22.svg"/><Relationship Id="rId16" Type="http://schemas.openxmlformats.org/officeDocument/2006/relationships/image" Target="../media/image23.svg"/><Relationship Id="rId17" Type="http://schemas.openxmlformats.org/officeDocument/2006/relationships/image" Target="../media/image24.svg"/><Relationship Id="rId18" Type="http://schemas.openxmlformats.org/officeDocument/2006/relationships/image" Target="../media/image25.svg"/><Relationship Id="rId19" Type="http://schemas.openxmlformats.org/officeDocument/2006/relationships/image" Target="../media/image26.svg"/><Relationship Id="rId20" Type="http://schemas.openxmlformats.org/officeDocument/2006/relationships/image" Target="../media/image27.svg"/><Relationship Id="rId21" Type="http://schemas.openxmlformats.org/officeDocument/2006/relationships/image" Target="../media/image28.svg"/><Relationship Id="rId22" Type="http://schemas.openxmlformats.org/officeDocument/2006/relationships/image" Target="../media/image29.svg"/><Relationship Id="rId23" Type="http://schemas.openxmlformats.org/officeDocument/2006/relationships/image" Target="../media/image30.svg"/><Relationship Id="rId24" Type="http://schemas.openxmlformats.org/officeDocument/2006/relationships/image" Target="../media/image31.svg"/><Relationship Id="rId25" Type="http://schemas.openxmlformats.org/officeDocument/2006/relationships/image" Target="../media/image32.svg"/><Relationship Id="rId26" Type="http://schemas.openxmlformats.org/officeDocument/2006/relationships/image" Target="../media/image33.svg"/><Relationship Id="rId27" Type="http://schemas.openxmlformats.org/officeDocument/2006/relationships/image" Target="../media/image34.svg"/><Relationship Id="rId28" Type="http://schemas.openxmlformats.org/officeDocument/2006/relationships/image" Target="../media/image35.svg"/><Relationship Id="rId29" Type="http://schemas.openxmlformats.org/officeDocument/2006/relationships/image" Target="../media/image36.svg"/><Relationship Id="rId30" Type="http://schemas.openxmlformats.org/officeDocument/2006/relationships/image" Target="../media/image37.svg"/><Relationship Id="rId31" Type="http://schemas.openxmlformats.org/officeDocument/2006/relationships/image" Target="../media/image38.svg"/><Relationship Id="rId32" Type="http://schemas.openxmlformats.org/officeDocument/2006/relationships/image" Target="../media/image39.svg"/><Relationship Id="rId33" Type="http://schemas.openxmlformats.org/officeDocument/2006/relationships/image" Target="../media/image40.svg"/><Relationship Id="rId34" Type="http://schemas.openxmlformats.org/officeDocument/2006/relationships/image" Target="../media/image41.svg"/><Relationship Id="rId35" Type="http://schemas.openxmlformats.org/officeDocument/2006/relationships/image" Target="../media/image42.svg"/><Relationship Id="rId36" Type="http://schemas.openxmlformats.org/officeDocument/2006/relationships/image" Target="../media/image43.svg"/><Relationship Id="rId37" Type="http://schemas.openxmlformats.org/officeDocument/2006/relationships/image" Target="../media/image44.svg"/><Relationship Id="rId38" Type="http://schemas.openxmlformats.org/officeDocument/2006/relationships/image" Target="../media/image45.svg"/><Relationship Id="rId39" Type="http://schemas.openxmlformats.org/officeDocument/2006/relationships/image" Target="../media/image46.svg"/><Relationship Id="rId40" Type="http://schemas.openxmlformats.org/officeDocument/2006/relationships/image" Target="../media/image47.svg"/><Relationship Id="rId41" Type="http://schemas.openxmlformats.org/officeDocument/2006/relationships/image" Target="../media/image48.svg"/><Relationship Id="rId42" Type="http://schemas.openxmlformats.org/officeDocument/2006/relationships/image" Target="../media/image49.svg"/><Relationship Id="rId43" Type="http://schemas.openxmlformats.org/officeDocument/2006/relationships/image" Target="../media/image50.svg"/><Relationship Id="rId44" Type="http://schemas.openxmlformats.org/officeDocument/2006/relationships/image" Target="../media/image51.svg"/><Relationship Id="rId45" Type="http://schemas.openxmlformats.org/officeDocument/2006/relationships/image" Target="../media/image52.svg"/><Relationship Id="rId46" Type="http://schemas.openxmlformats.org/officeDocument/2006/relationships/image" Target="../media/image53.svg"/><Relationship Id="rId47" Type="http://schemas.openxmlformats.org/officeDocument/2006/relationships/image" Target="../media/image54.svg"/><Relationship Id="rId48" Type="http://schemas.openxmlformats.org/officeDocument/2006/relationships/image" Target="../media/image55.svg"/><Relationship Id="rId49" Type="http://schemas.openxmlformats.org/officeDocument/2006/relationships/image" Target="../media/image56.svg"/><Relationship Id="rId50" Type="http://schemas.openxmlformats.org/officeDocument/2006/relationships/image" Target="../media/image57.svg"/><Relationship Id="rId51" Type="http://schemas.openxmlformats.org/officeDocument/2006/relationships/image" Target="../media/image58.svg"/><Relationship Id="rId52" Type="http://schemas.openxmlformats.org/officeDocument/2006/relationships/image" Target="../media/image59.svg"/><Relationship Id="rId53" Type="http://schemas.openxmlformats.org/officeDocument/2006/relationships/image" Target="../media/image60.svg"/><Relationship Id="rId54" Type="http://schemas.openxmlformats.org/officeDocument/2006/relationships/image" Target="../media/image61.svg"/><Relationship Id="rId55" Type="http://schemas.openxmlformats.org/officeDocument/2006/relationships/image" Target="../media/image62.svg"/><Relationship Id="rId56" Type="http://schemas.openxmlformats.org/officeDocument/2006/relationships/image" Target="../media/image63.svg"/><Relationship Id="rId57" Type="http://schemas.openxmlformats.org/officeDocument/2006/relationships/image" Target="../media/image64.svg"/><Relationship Id="rId58" Type="http://schemas.openxmlformats.org/officeDocument/2006/relationships/image" Target="../media/image65.svg"/><Relationship Id="rId59" Type="http://schemas.openxmlformats.org/officeDocument/2006/relationships/image" Target="../media/image66.svg"/><Relationship Id="rId60" Type="http://schemas.openxmlformats.org/officeDocument/2006/relationships/image" Target="../media/image67.svg"/><Relationship Id="rId61" Type="http://schemas.openxmlformats.org/officeDocument/2006/relationships/image" Target="../media/image68.svg"/><Relationship Id="rId62" Type="http://schemas.openxmlformats.org/officeDocument/2006/relationships/image" Target="../media/image69.svg"/><Relationship Id="rId63" Type="http://schemas.openxmlformats.org/officeDocument/2006/relationships/image" Target="../media/image70.svg"/><Relationship Id="rId64" Type="http://schemas.openxmlformats.org/officeDocument/2006/relationships/image" Target="../media/image71.svg"/><Relationship Id="rId65" Type="http://schemas.openxmlformats.org/officeDocument/2006/relationships/image" Target="../media/image72.svg"/><Relationship Id="rId66" Type="http://schemas.openxmlformats.org/officeDocument/2006/relationships/image" Target="../media/image73.svg"/><Relationship Id="rId67" Type="http://schemas.openxmlformats.org/officeDocument/2006/relationships/image" Target="../media/image74.svg"/><Relationship Id="rId68" Type="http://schemas.openxmlformats.org/officeDocument/2006/relationships/image" Target="../media/image75.svg"/><Relationship Id="rId69" Type="http://schemas.openxmlformats.org/officeDocument/2006/relationships/image" Target="../media/image76.svg"/><Relationship Id="rId70" Type="http://schemas.openxmlformats.org/officeDocument/2006/relationships/image" Target="../media/image77.svg"/><Relationship Id="rId71" Type="http://schemas.openxmlformats.org/officeDocument/2006/relationships/image" Target="../media/image78.svg"/><Relationship Id="rId72" Type="http://schemas.openxmlformats.org/officeDocument/2006/relationships/image" Target="../media/image79.svg"/><Relationship Id="rId73" Type="http://schemas.openxmlformats.org/officeDocument/2006/relationships/image" Target="../media/image80.svg"/><Relationship Id="rId74" Type="http://schemas.openxmlformats.org/officeDocument/2006/relationships/image" Target="../media/image81.svg"/><Relationship Id="rId75" Type="http://schemas.openxmlformats.org/officeDocument/2006/relationships/image" Target="../media/image82.svg"/><Relationship Id="rId76" Type="http://schemas.openxmlformats.org/officeDocument/2006/relationships/image" Target="../media/image83.svg"/><Relationship Id="rId77" Type="http://schemas.openxmlformats.org/officeDocument/2006/relationships/image" Target="../media/image84.svg"/><Relationship Id="rId78" Type="http://schemas.openxmlformats.org/officeDocument/2006/relationships/image" Target="../media/image85.svg"/><Relationship Id="rId79" Type="http://schemas.openxmlformats.org/officeDocument/2006/relationships/image" Target="../media/image86.svg"/><Relationship Id="rId80" Type="http://schemas.openxmlformats.org/officeDocument/2006/relationships/image" Target="../media/image87.svg"/><Relationship Id="rId81" Type="http://schemas.openxmlformats.org/officeDocument/2006/relationships/image" Target="../media/image88.svg"/><Relationship Id="rId82" Type="http://schemas.openxmlformats.org/officeDocument/2006/relationships/image" Target="../media/image89.svg"/><Relationship Id="rId83" Type="http://schemas.openxmlformats.org/officeDocument/2006/relationships/image" Target="../media/image90.svg"/><Relationship Id="rId84" Type="http://schemas.openxmlformats.org/officeDocument/2006/relationships/image" Target="../media/image91.svg"/><Relationship Id="rId85" Type="http://schemas.openxmlformats.org/officeDocument/2006/relationships/image" Target="../media/image92.svg"/><Relationship Id="rId86" Type="http://schemas.openxmlformats.org/officeDocument/2006/relationships/image" Target="../media/image93.svg"/><Relationship Id="rId87" Type="http://schemas.openxmlformats.org/officeDocument/2006/relationships/image" Target="../media/image94.svg"/><Relationship Id="rId88" Type="http://schemas.openxmlformats.org/officeDocument/2006/relationships/image" Target="../media/image95.svg"/><Relationship Id="rId89" Type="http://schemas.openxmlformats.org/officeDocument/2006/relationships/image" Target="../media/image96.svg"/><Relationship Id="rId90" Type="http://schemas.openxmlformats.org/officeDocument/2006/relationships/image" Target="../media/image97.svg"/><Relationship Id="rId91" Type="http://schemas.openxmlformats.org/officeDocument/2006/relationships/image" Target="../media/image98.svg"/><Relationship Id="rId92" Type="http://schemas.openxmlformats.org/officeDocument/2006/relationships/image" Target="../media/image99.svg"/><Relationship Id="rId93" Type="http://schemas.openxmlformats.org/officeDocument/2006/relationships/image" Target="../media/image100.svg"/><Relationship Id="rId94" Type="http://schemas.openxmlformats.org/officeDocument/2006/relationships/image" Target="../media/image101.svg"/><Relationship Id="rId95" Type="http://schemas.openxmlformats.org/officeDocument/2006/relationships/image" Target="../media/image102.svg"/><Relationship Id="rId96" Type="http://schemas.openxmlformats.org/officeDocument/2006/relationships/image" Target="../media/image103.svg"/><Relationship Id="rId97" Type="http://schemas.openxmlformats.org/officeDocument/2006/relationships/image" Target="../media/image104.svg"/><Relationship Id="rId98" Type="http://schemas.openxmlformats.org/officeDocument/2006/relationships/image" Target="../media/image105.svg"/><Relationship Id="rId99" Type="http://schemas.openxmlformats.org/officeDocument/2006/relationships/image" Target="../media/image106.svg"/><Relationship Id="rId100" Type="http://schemas.openxmlformats.org/officeDocument/2006/relationships/image" Target="../media/image107.svg"/><Relationship Id="rId101" Type="http://schemas.openxmlformats.org/officeDocument/2006/relationships/image" Target="../media/image108.svg"/><Relationship Id="rId102" Type="http://schemas.openxmlformats.org/officeDocument/2006/relationships/image" Target="../media/image109.svg"/><Relationship Id="rId103" Type="http://schemas.openxmlformats.org/officeDocument/2006/relationships/image" Target="../media/image110.svg"/><Relationship Id="rId104" Type="http://schemas.openxmlformats.org/officeDocument/2006/relationships/image" Target="../media/image111.svg"/><Relationship Id="rId105" Type="http://schemas.openxmlformats.org/officeDocument/2006/relationships/image" Target="../media/image112.svg"/><Relationship Id="rId106" Type="http://schemas.openxmlformats.org/officeDocument/2006/relationships/image" Target="../media/image113.svg"/><Relationship Id="rId107" Type="http://schemas.openxmlformats.org/officeDocument/2006/relationships/image" Target="../media/image114.svg"/><Relationship Id="rId108" Type="http://schemas.openxmlformats.org/officeDocument/2006/relationships/image" Target="../media/image115.svg"/><Relationship Id="rId109" Type="http://schemas.openxmlformats.org/officeDocument/2006/relationships/image" Target="../media/image116.svg"/><Relationship Id="rId110" Type="http://schemas.openxmlformats.org/officeDocument/2006/relationships/image" Target="../media/image117.svg"/><Relationship Id="rId111" Type="http://schemas.openxmlformats.org/officeDocument/2006/relationships/image" Target="../media/image118.svg"/><Relationship Id="rId112" Type="http://schemas.openxmlformats.org/officeDocument/2006/relationships/image" Target="../media/image119.svg"/><Relationship Id="rId113" Type="http://schemas.openxmlformats.org/officeDocument/2006/relationships/image" Target="../media/image120.svg"/><Relationship Id="rId114" Type="http://schemas.openxmlformats.org/officeDocument/2006/relationships/image" Target="../media/image121.svg"/><Relationship Id="rId115" Type="http://schemas.openxmlformats.org/officeDocument/2006/relationships/image" Target="../media/image122.svg"/><Relationship Id="rId116" Type="http://schemas.openxmlformats.org/officeDocument/2006/relationships/image" Target="../media/image123.svg"/><Relationship Id="rId117" Type="http://schemas.openxmlformats.org/officeDocument/2006/relationships/image" Target="../media/image124.svg"/><Relationship Id="rId118" Type="http://schemas.openxmlformats.org/officeDocument/2006/relationships/image" Target="../media/image125.svg"/><Relationship Id="rId119" Type="http://schemas.openxmlformats.org/officeDocument/2006/relationships/image" Target="../media/image126.svg"/><Relationship Id="rId120" Type="http://schemas.openxmlformats.org/officeDocument/2006/relationships/image" Target="../media/image127.svg"/><Relationship Id="rId121" Type="http://schemas.openxmlformats.org/officeDocument/2006/relationships/image" Target="../media/image128.svg"/><Relationship Id="rId122" Type="http://schemas.openxmlformats.org/officeDocument/2006/relationships/image" Target="../media/image129.svg"/><Relationship Id="rId123" Type="http://schemas.openxmlformats.org/officeDocument/2006/relationships/image" Target="../media/image130.svg"/><Relationship Id="rId124" Type="http://schemas.openxmlformats.org/officeDocument/2006/relationships/image" Target="../media/image131.svg"/><Relationship Id="rId125" Type="http://schemas.openxmlformats.org/officeDocument/2006/relationships/image" Target="../media/image132.svg"/><Relationship Id="rId126" Type="http://schemas.openxmlformats.org/officeDocument/2006/relationships/image" Target="../media/image133.svg"/><Relationship Id="rId127" Type="http://schemas.openxmlformats.org/officeDocument/2006/relationships/image" Target="../media/image134.svg"/><Relationship Id="rId128" Type="http://schemas.openxmlformats.org/officeDocument/2006/relationships/image" Target="../media/image135.svg"/><Relationship Id="rId129" Type="http://schemas.openxmlformats.org/officeDocument/2006/relationships/image" Target="../media/image136.svg"/><Relationship Id="rId130" Type="http://schemas.openxmlformats.org/officeDocument/2006/relationships/image" Target="../media/image137.svg"/><Relationship Id="rId131" Type="http://schemas.openxmlformats.org/officeDocument/2006/relationships/image" Target="../media/image138.svg"/><Relationship Id="rId132" Type="http://schemas.openxmlformats.org/officeDocument/2006/relationships/image" Target="../media/image139.svg"/><Relationship Id="rId133" Type="http://schemas.openxmlformats.org/officeDocument/2006/relationships/image" Target="../media/image140.svg"/><Relationship Id="rId134" Type="http://schemas.openxmlformats.org/officeDocument/2006/relationships/image" Target="../media/image141.svg"/><Relationship Id="rId135" Type="http://schemas.openxmlformats.org/officeDocument/2006/relationships/image" Target="../media/image142.svg"/><Relationship Id="rId136" Type="http://schemas.openxmlformats.org/officeDocument/2006/relationships/image" Target="../media/image143.svg"/><Relationship Id="rId137" Type="http://schemas.openxmlformats.org/officeDocument/2006/relationships/image" Target="../media/image144.svg"/><Relationship Id="rId138" Type="http://schemas.openxmlformats.org/officeDocument/2006/relationships/image" Target="../media/image145.svg"/><Relationship Id="rId139" Type="http://schemas.openxmlformats.org/officeDocument/2006/relationships/image" Target="../media/image146.svg"/><Relationship Id="rId140" Type="http://schemas.openxmlformats.org/officeDocument/2006/relationships/image" Target="../media/image147.svg"/><Relationship Id="rId141" Type="http://schemas.openxmlformats.org/officeDocument/2006/relationships/image" Target="../media/image148.svg"/><Relationship Id="rId142" Type="http://schemas.openxmlformats.org/officeDocument/2006/relationships/image" Target="../media/image149.svg"/><Relationship Id="rId143" Type="http://schemas.openxmlformats.org/officeDocument/2006/relationships/image" Target="../media/image150.svg"/><Relationship Id="rId144" Type="http://schemas.openxmlformats.org/officeDocument/2006/relationships/image" Target="../media/image151.svg"/><Relationship Id="rId145" Type="http://schemas.openxmlformats.org/officeDocument/2006/relationships/image" Target="../media/image152.svg"/><Relationship Id="rId146" Type="http://schemas.openxmlformats.org/officeDocument/2006/relationships/image" Target="../media/image153.svg"/><Relationship Id="rId147" Type="http://schemas.openxmlformats.org/officeDocument/2006/relationships/image" Target="../media/image154.svg"/><Relationship Id="rId148" Type="http://schemas.openxmlformats.org/officeDocument/2006/relationships/image" Target="../media/image155.svg"/><Relationship Id="rId149" Type="http://schemas.openxmlformats.org/officeDocument/2006/relationships/image" Target="../media/image156.svg"/><Relationship Id="rId150" Type="http://schemas.openxmlformats.org/officeDocument/2006/relationships/image" Target="../media/image157.svg"/><Relationship Id="rId151" Type="http://schemas.openxmlformats.org/officeDocument/2006/relationships/image" Target="../media/image158.svg"/><Relationship Id="rId152" Type="http://schemas.openxmlformats.org/officeDocument/2006/relationships/image" Target="../media/image159.svg"/><Relationship Id="rId153" Type="http://schemas.openxmlformats.org/officeDocument/2006/relationships/image" Target="../media/image160.svg"/><Relationship Id="rId154" Type="http://schemas.openxmlformats.org/officeDocument/2006/relationships/image" Target="../media/image161.svg"/><Relationship Id="rId155" Type="http://schemas.openxmlformats.org/officeDocument/2006/relationships/image" Target="../media/image162.svg"/><Relationship Id="rId156" Type="http://schemas.openxmlformats.org/officeDocument/2006/relationships/image" Target="../media/image163.svg"/><Relationship Id="rId157" Type="http://schemas.openxmlformats.org/officeDocument/2006/relationships/image" Target="../media/image164.svg"/><Relationship Id="rId158" Type="http://schemas.openxmlformats.org/officeDocument/2006/relationships/image" Target="../media/image165.svg"/><Relationship Id="rId159" Type="http://schemas.openxmlformats.org/officeDocument/2006/relationships/image" Target="../media/image166.svg"/><Relationship Id="rId160" Type="http://schemas.openxmlformats.org/officeDocument/2006/relationships/image" Target="../media/image167.svg"/><Relationship Id="rId161" Type="http://schemas.openxmlformats.org/officeDocument/2006/relationships/image" Target="../media/image168.svg"/><Relationship Id="rId162" Type="http://schemas.openxmlformats.org/officeDocument/2006/relationships/image" Target="../media/image169.svg"/><Relationship Id="rId163" Type="http://schemas.openxmlformats.org/officeDocument/2006/relationships/image" Target="../media/image170.svg"/><Relationship Id="rId164" Type="http://schemas.openxmlformats.org/officeDocument/2006/relationships/image" Target="../media/image171.svg"/><Relationship Id="rId165" Type="http://schemas.openxmlformats.org/officeDocument/2006/relationships/image" Target="../media/image172.svg"/><Relationship Id="rId166" Type="http://schemas.openxmlformats.org/officeDocument/2006/relationships/image" Target="../media/image173.svg"/><Relationship Id="rId167" Type="http://schemas.openxmlformats.org/officeDocument/2006/relationships/image" Target="../media/image174.svg"/><Relationship Id="rId168" Type="http://schemas.openxmlformats.org/officeDocument/2006/relationships/image" Target="../media/image175.svg"/><Relationship Id="rId169" Type="http://schemas.openxmlformats.org/officeDocument/2006/relationships/image" Target="../media/image176.svg"/><Relationship Id="rId170" Type="http://schemas.openxmlformats.org/officeDocument/2006/relationships/image" Target="../media/image177.svg"/><Relationship Id="rId171" Type="http://schemas.openxmlformats.org/officeDocument/2006/relationships/image" Target="../media/image178.svg"/><Relationship Id="rId172" Type="http://schemas.openxmlformats.org/officeDocument/2006/relationships/image" Target="../media/image179.svg"/><Relationship Id="rId173" Type="http://schemas.openxmlformats.org/officeDocument/2006/relationships/image" Target="../media/image180.svg"/><Relationship Id="rId174" Type="http://schemas.openxmlformats.org/officeDocument/2006/relationships/image" Target="../media/image181.svg"/><Relationship Id="rId175" Type="http://schemas.openxmlformats.org/officeDocument/2006/relationships/image" Target="../media/image182.svg"/><Relationship Id="rId176" Type="http://schemas.openxmlformats.org/officeDocument/2006/relationships/image" Target="../media/image183.svg"/><Relationship Id="rId177" Type="http://schemas.openxmlformats.org/officeDocument/2006/relationships/image" Target="../media/image184.svg"/><Relationship Id="rId178" Type="http://schemas.openxmlformats.org/officeDocument/2006/relationships/image" Target="../media/image185.svg"/><Relationship Id="rId179" Type="http://schemas.openxmlformats.org/officeDocument/2006/relationships/image" Target="../media/image186.svg"/><Relationship Id="rId180" Type="http://schemas.openxmlformats.org/officeDocument/2006/relationships/image" Target="../media/image187.svg"/><Relationship Id="rId181" Type="http://schemas.openxmlformats.org/officeDocument/2006/relationships/image" Target="../media/image188.svg"/><Relationship Id="rId182" Type="http://schemas.openxmlformats.org/officeDocument/2006/relationships/image" Target="../media/image189.svg"/><Relationship Id="rId183" Type="http://schemas.openxmlformats.org/officeDocument/2006/relationships/image" Target="../media/image190.svg"/><Relationship Id="rId184" Type="http://schemas.openxmlformats.org/officeDocument/2006/relationships/image" Target="../media/image191.svg"/><Relationship Id="rId185" Type="http://schemas.openxmlformats.org/officeDocument/2006/relationships/image" Target="../media/image192.svg"/><Relationship Id="rId186" Type="http://schemas.openxmlformats.org/officeDocument/2006/relationships/image" Target="../media/image193.svg"/><Relationship Id="rId187" Type="http://schemas.openxmlformats.org/officeDocument/2006/relationships/image" Target="../media/image194.svg"/><Relationship Id="rId188" Type="http://schemas.openxmlformats.org/officeDocument/2006/relationships/image" Target="../media/image195.svg"/><Relationship Id="rId189" Type="http://schemas.openxmlformats.org/officeDocument/2006/relationships/image" Target="../media/image196.svg"/><Relationship Id="rId190" Type="http://schemas.openxmlformats.org/officeDocument/2006/relationships/image" Target="../media/image197.svg"/><Relationship Id="rId191" Type="http://schemas.openxmlformats.org/officeDocument/2006/relationships/image" Target="../media/image198.svg"/><Relationship Id="rId192" Type="http://schemas.openxmlformats.org/officeDocument/2006/relationships/image" Target="../media/image199.svg"/><Relationship Id="rId193" Type="http://schemas.openxmlformats.org/officeDocument/2006/relationships/image" Target="../media/image200.svg"/><Relationship Id="rId194" Type="http://schemas.openxmlformats.org/officeDocument/2006/relationships/image" Target="../media/image201.svg"/><Relationship Id="rId195" Type="http://schemas.openxmlformats.org/officeDocument/2006/relationships/image" Target="../media/image202.svg"/><Relationship Id="rId196" Type="http://schemas.openxmlformats.org/officeDocument/2006/relationships/image" Target="../media/image203.svg"/><Relationship Id="rId197" Type="http://schemas.openxmlformats.org/officeDocument/2006/relationships/image" Target="../media/image204.svg"/><Relationship Id="rId198" Type="http://schemas.openxmlformats.org/officeDocument/2006/relationships/image" Target="../media/image205.svg"/><Relationship Id="rId199" Type="http://schemas.openxmlformats.org/officeDocument/2006/relationships/image" Target="../media/image206.svg"/><Relationship Id="rId200" Type="http://schemas.openxmlformats.org/officeDocument/2006/relationships/image" Target="../media/image207.svg"/><Relationship Id="rId201" Type="http://schemas.openxmlformats.org/officeDocument/2006/relationships/image" Target="../media/image208.svg"/><Relationship Id="rId202" Type="http://schemas.openxmlformats.org/officeDocument/2006/relationships/image" Target="../media/image209.svg"/><Relationship Id="rId203" Type="http://schemas.openxmlformats.org/officeDocument/2006/relationships/image" Target="../media/image210.svg"/><Relationship Id="rId204" Type="http://schemas.openxmlformats.org/officeDocument/2006/relationships/image" Target="../media/image211.svg"/><Relationship Id="rId205" Type="http://schemas.openxmlformats.org/officeDocument/2006/relationships/image" Target="../media/image212.svg"/><Relationship Id="rId206" Type="http://schemas.openxmlformats.org/officeDocument/2006/relationships/image" Target="../media/image213.svg"/><Relationship Id="rId207" Type="http://schemas.openxmlformats.org/officeDocument/2006/relationships/image" Target="../media/image214.svg"/><Relationship Id="rId208" Type="http://schemas.openxmlformats.org/officeDocument/2006/relationships/image" Target="../media/image215.svg"/><Relationship Id="rId209" Type="http://schemas.openxmlformats.org/officeDocument/2006/relationships/image" Target="../media/image216.svg"/><Relationship Id="rId210" Type="http://schemas.openxmlformats.org/officeDocument/2006/relationships/image" Target="../media/image217.svg"/><Relationship Id="rId211" Type="http://schemas.openxmlformats.org/officeDocument/2006/relationships/image" Target="../media/image218.svg"/><Relationship Id="rId212" Type="http://schemas.openxmlformats.org/officeDocument/2006/relationships/image" Target="../media/image219.svg"/><Relationship Id="rId213" Type="http://schemas.openxmlformats.org/officeDocument/2006/relationships/image" Target="../media/image220.svg"/><Relationship Id="rId214" Type="http://schemas.openxmlformats.org/officeDocument/2006/relationships/image" Target="../media/image221.svg"/><Relationship Id="rId215" Type="http://schemas.openxmlformats.org/officeDocument/2006/relationships/image" Target="../media/image222.svg"/><Relationship Id="rId216" Type="http://schemas.openxmlformats.org/officeDocument/2006/relationships/image" Target="../media/image223.svg"/><Relationship Id="rId217" Type="http://schemas.openxmlformats.org/officeDocument/2006/relationships/image" Target="../media/image224.svg"/><Relationship Id="rId218" Type="http://schemas.openxmlformats.org/officeDocument/2006/relationships/image" Target="../media/image225.svg"/><Relationship Id="rId219" Type="http://schemas.openxmlformats.org/officeDocument/2006/relationships/image" Target="../media/image226.svg"/><Relationship Id="rId220" Type="http://schemas.openxmlformats.org/officeDocument/2006/relationships/image" Target="../media/image227.svg"/><Relationship Id="rId221" Type="http://schemas.openxmlformats.org/officeDocument/2006/relationships/image" Target="../media/image228.svg"/><Relationship Id="rId222" Type="http://schemas.openxmlformats.org/officeDocument/2006/relationships/image" Target="../media/image229.svg"/><Relationship Id="rId223" Type="http://schemas.openxmlformats.org/officeDocument/2006/relationships/image" Target="../media/image230.svg"/><Relationship Id="rId224" Type="http://schemas.openxmlformats.org/officeDocument/2006/relationships/image" Target="../media/image231.svg"/><Relationship Id="rId225" Type="http://schemas.openxmlformats.org/officeDocument/2006/relationships/image" Target="../media/image232.svg"/><Relationship Id="rId226" Type="http://schemas.openxmlformats.org/officeDocument/2006/relationships/image" Target="../media/image233.svg"/><Relationship Id="rId227" Type="http://schemas.openxmlformats.org/officeDocument/2006/relationships/image" Target="../media/image234.svg"/><Relationship Id="rId228" Type="http://schemas.openxmlformats.org/officeDocument/2006/relationships/image" Target="../media/image235.svg"/><Relationship Id="rId229" Type="http://schemas.openxmlformats.org/officeDocument/2006/relationships/image" Target="../media/image236.svg"/><Relationship Id="rId230" Type="http://schemas.openxmlformats.org/officeDocument/2006/relationships/image" Target="../media/image237.svg"/><Relationship Id="rId231" Type="http://schemas.openxmlformats.org/officeDocument/2006/relationships/image" Target="../media/image238.svg"/><Relationship Id="rId232" Type="http://schemas.openxmlformats.org/officeDocument/2006/relationships/image" Target="../media/image239.svg"/><Relationship Id="rId233" Type="http://schemas.openxmlformats.org/officeDocument/2006/relationships/image" Target="../media/image240.svg"/><Relationship Id="rId234" Type="http://schemas.openxmlformats.org/officeDocument/2006/relationships/image" Target="../media/image241.svg"/><Relationship Id="rId235" Type="http://schemas.openxmlformats.org/officeDocument/2006/relationships/image" Target="../media/image242.svg"/><Relationship Id="rId236" Type="http://schemas.openxmlformats.org/officeDocument/2006/relationships/image" Target="../media/image243.svg"/><Relationship Id="rId237" Type="http://schemas.openxmlformats.org/officeDocument/2006/relationships/image" Target="../media/image244.svg"/><Relationship Id="rId238" Type="http://schemas.openxmlformats.org/officeDocument/2006/relationships/image" Target="../media/image245.svg"/><Relationship Id="rId239" Type="http://schemas.openxmlformats.org/officeDocument/2006/relationships/image" Target="../media/image246.svg"/><Relationship Id="rId240" Type="http://schemas.openxmlformats.org/officeDocument/2006/relationships/image" Target="../media/image247.svg"/><Relationship Id="rId241" Type="http://schemas.openxmlformats.org/officeDocument/2006/relationships/image" Target="../media/image248.svg"/><Relationship Id="rId242" Type="http://schemas.openxmlformats.org/officeDocument/2006/relationships/image" Target="../media/image249.svg"/><Relationship Id="rId243" Type="http://schemas.openxmlformats.org/officeDocument/2006/relationships/image" Target="../media/image250.svg"/><Relationship Id="rId244" Type="http://schemas.openxmlformats.org/officeDocument/2006/relationships/image" Target="../media/image251.svg"/><Relationship Id="rId245" Type="http://schemas.openxmlformats.org/officeDocument/2006/relationships/image" Target="../media/image252.svg"/><Relationship Id="rId246" Type="http://schemas.openxmlformats.org/officeDocument/2006/relationships/image" Target="../media/image253.svg"/><Relationship Id="rId247" Type="http://schemas.openxmlformats.org/officeDocument/2006/relationships/image" Target="../media/image254.svg"/><Relationship Id="rId248" Type="http://schemas.openxmlformats.org/officeDocument/2006/relationships/image" Target="../media/image255.svg"/><Relationship Id="rId249" Type="http://schemas.openxmlformats.org/officeDocument/2006/relationships/image" Target="../media/image256.svg"/><Relationship Id="rId250" Type="http://schemas.openxmlformats.org/officeDocument/2006/relationships/image" Target="../media/image257.svg"/><Relationship Id="rId251" Type="http://schemas.openxmlformats.org/officeDocument/2006/relationships/image" Target="../media/image258.svg"/><Relationship Id="rId252" Type="http://schemas.openxmlformats.org/officeDocument/2006/relationships/image" Target="../media/image259.svg"/><Relationship Id="rId253" Type="http://schemas.openxmlformats.org/officeDocument/2006/relationships/image" Target="../media/image260.svg"/><Relationship Id="rId254" Type="http://schemas.openxmlformats.org/officeDocument/2006/relationships/image" Target="../media/image261.svg"/><Relationship Id="rId255" Type="http://schemas.openxmlformats.org/officeDocument/2006/relationships/image" Target="../media/image262.svg"/><Relationship Id="rId256" Type="http://schemas.openxmlformats.org/officeDocument/2006/relationships/image" Target="../media/image263.svg"/><Relationship Id="rId257" Type="http://schemas.openxmlformats.org/officeDocument/2006/relationships/image" Target="../media/image264.svg"/><Relationship Id="rId258" Type="http://schemas.openxmlformats.org/officeDocument/2006/relationships/image" Target="../media/image265.svg"/><Relationship Id="rId259" Type="http://schemas.openxmlformats.org/officeDocument/2006/relationships/image" Target="../media/image266.svg"/><Relationship Id="rId260" Type="http://schemas.openxmlformats.org/officeDocument/2006/relationships/image" Target="../media/image267.svg"/><Relationship Id="rId261" Type="http://schemas.openxmlformats.org/officeDocument/2006/relationships/image" Target="../media/image268.svg"/><Relationship Id="rId262" Type="http://schemas.openxmlformats.org/officeDocument/2006/relationships/image" Target="../media/image269.svg"/><Relationship Id="rId263" Type="http://schemas.openxmlformats.org/officeDocument/2006/relationships/image" Target="../media/image270.svg"/><Relationship Id="rId264" Type="http://schemas.openxmlformats.org/officeDocument/2006/relationships/image" Target="../media/image271.svg"/><Relationship Id="rId265" Type="http://schemas.openxmlformats.org/officeDocument/2006/relationships/image" Target="../media/image272.svg"/><Relationship Id="rId266" Type="http://schemas.openxmlformats.org/officeDocument/2006/relationships/image" Target="../media/image273.svg"/><Relationship Id="rId267" Type="http://schemas.openxmlformats.org/officeDocument/2006/relationships/image" Target="../media/image274.svg"/><Relationship Id="rId268" Type="http://schemas.openxmlformats.org/officeDocument/2006/relationships/image" Target="../media/image275.svg"/><Relationship Id="rId269" Type="http://schemas.openxmlformats.org/officeDocument/2006/relationships/image" Target="../media/image276.svg"/><Relationship Id="rId270" Type="http://schemas.openxmlformats.org/officeDocument/2006/relationships/image" Target="../media/image277.svg"/><Relationship Id="rId271" Type="http://schemas.openxmlformats.org/officeDocument/2006/relationships/image" Target="../media/image278.svg"/><Relationship Id="rId272" Type="http://schemas.openxmlformats.org/officeDocument/2006/relationships/image" Target="../media/image279.svg"/><Relationship Id="rId273" Type="http://schemas.openxmlformats.org/officeDocument/2006/relationships/image" Target="../media/image280.svg"/><Relationship Id="rId274" Type="http://schemas.openxmlformats.org/officeDocument/2006/relationships/image" Target="../media/image281.svg"/><Relationship Id="rId275" Type="http://schemas.openxmlformats.org/officeDocument/2006/relationships/image" Target="../media/image282.svg"/><Relationship Id="rId276" Type="http://schemas.openxmlformats.org/officeDocument/2006/relationships/image" Target="../media/image283.svg"/><Relationship Id="rId277" Type="http://schemas.openxmlformats.org/officeDocument/2006/relationships/image" Target="../media/image284.svg"/><Relationship Id="rId278" Type="http://schemas.openxmlformats.org/officeDocument/2006/relationships/image" Target="../media/image285.svg"/><Relationship Id="rId279" Type="http://schemas.openxmlformats.org/officeDocument/2006/relationships/image" Target="../media/image286.svg"/><Relationship Id="rId280" Type="http://schemas.openxmlformats.org/officeDocument/2006/relationships/image" Target="../media/image287.svg"/><Relationship Id="rId281" Type="http://schemas.openxmlformats.org/officeDocument/2006/relationships/image" Target="../media/image288.svg"/><Relationship Id="rId282" Type="http://schemas.openxmlformats.org/officeDocument/2006/relationships/image" Target="../media/image289.svg"/><Relationship Id="rId283" Type="http://schemas.openxmlformats.org/officeDocument/2006/relationships/image" Target="../media/image290.svg"/><Relationship Id="rId284" Type="http://schemas.openxmlformats.org/officeDocument/2006/relationships/image" Target="../media/image291.svg"/><Relationship Id="rId285" Type="http://schemas.openxmlformats.org/officeDocument/2006/relationships/image" Target="../media/image292.svg"/><Relationship Id="rId286" Type="http://schemas.openxmlformats.org/officeDocument/2006/relationships/image" Target="../media/image293.svg"/><Relationship Id="rId287" Type="http://schemas.openxmlformats.org/officeDocument/2006/relationships/image" Target="../media/image294.svg"/><Relationship Id="rId288" Type="http://schemas.openxmlformats.org/officeDocument/2006/relationships/image" Target="../media/image295.svg"/><Relationship Id="rId289" Type="http://schemas.openxmlformats.org/officeDocument/2006/relationships/image" Target="../media/image296.svg"/><Relationship Id="rId290" Type="http://schemas.openxmlformats.org/officeDocument/2006/relationships/image" Target="../media/image297.svg"/><Relationship Id="rId291" Type="http://schemas.openxmlformats.org/officeDocument/2006/relationships/image" Target="../media/image298.svg"/><Relationship Id="rId292" Type="http://schemas.openxmlformats.org/officeDocument/2006/relationships/image" Target="../media/image299.svg"/><Relationship Id="rId293" Type="http://schemas.openxmlformats.org/officeDocument/2006/relationships/image" Target="../media/image300.svg"/><Relationship Id="rId294" Type="http://schemas.openxmlformats.org/officeDocument/2006/relationships/image" Target="../media/image301.svg"/><Relationship Id="rId295" Type="http://schemas.openxmlformats.org/officeDocument/2006/relationships/image" Target="../media/image302.svg"/><Relationship Id="rId296" Type="http://schemas.openxmlformats.org/officeDocument/2006/relationships/image" Target="../media/image303.svg"/><Relationship Id="rId297" Type="http://schemas.openxmlformats.org/officeDocument/2006/relationships/image" Target="../media/image304.svg"/><Relationship Id="rId298" Type="http://schemas.openxmlformats.org/officeDocument/2006/relationships/image" Target="../media/image305.svg"/><Relationship Id="rId299" Type="http://schemas.openxmlformats.org/officeDocument/2006/relationships/image" Target="../media/image306.svg"/><Relationship Id="rId300" Type="http://schemas.openxmlformats.org/officeDocument/2006/relationships/image" Target="../media/image307.svg"/><Relationship Id="rId301" Type="http://schemas.openxmlformats.org/officeDocument/2006/relationships/image" Target="../media/image308.svg"/><Relationship Id="rId302" Type="http://schemas.openxmlformats.org/officeDocument/2006/relationships/image" Target="../media/image309.svg"/><Relationship Id="rId303" Type="http://schemas.openxmlformats.org/officeDocument/2006/relationships/image" Target="../media/image310.svg"/><Relationship Id="rId304" Type="http://schemas.openxmlformats.org/officeDocument/2006/relationships/image" Target="../media/image311.svg"/><Relationship Id="rId305" Type="http://schemas.openxmlformats.org/officeDocument/2006/relationships/image" Target="../media/image312.svg"/><Relationship Id="rId306" Type="http://schemas.openxmlformats.org/officeDocument/2006/relationships/image" Target="../media/image313.svg"/><Relationship Id="rId307" Type="http://schemas.openxmlformats.org/officeDocument/2006/relationships/image" Target="../media/image314.svg"/><Relationship Id="rId308" Type="http://schemas.openxmlformats.org/officeDocument/2006/relationships/image" Target="../media/image315.svg"/><Relationship Id="rId309" Type="http://schemas.openxmlformats.org/officeDocument/2006/relationships/image" Target="../media/image316.svg"/><Relationship Id="rId310" Type="http://schemas.openxmlformats.org/officeDocument/2006/relationships/image" Target="../media/image317.svg"/><Relationship Id="rId311" Type="http://schemas.openxmlformats.org/officeDocument/2006/relationships/image" Target="../media/image318.svg"/><Relationship Id="rId312" Type="http://schemas.openxmlformats.org/officeDocument/2006/relationships/image" Target="../media/image319.svg"/><Relationship Id="rId313" Type="http://schemas.openxmlformats.org/officeDocument/2006/relationships/image" Target="../media/image320.svg"/><Relationship Id="rId314" Type="http://schemas.openxmlformats.org/officeDocument/2006/relationships/image" Target="../media/image321.svg"/><Relationship Id="rId315" Type="http://schemas.openxmlformats.org/officeDocument/2006/relationships/image" Target="../media/image322.svg"/><Relationship Id="rId316" Type="http://schemas.openxmlformats.org/officeDocument/2006/relationships/image" Target="../media/image323.svg"/><Relationship Id="rId317" Type="http://schemas.openxmlformats.org/officeDocument/2006/relationships/image" Target="../media/image324.svg"/><Relationship Id="rId318" Type="http://schemas.openxmlformats.org/officeDocument/2006/relationships/image" Target="../media/image325.svg"/><Relationship Id="rId319" Type="http://schemas.openxmlformats.org/officeDocument/2006/relationships/image" Target="../media/image326.svg"/><Relationship Id="rId320" Type="http://schemas.openxmlformats.org/officeDocument/2006/relationships/image" Target="../media/image327.svg"/><Relationship Id="rId321" Type="http://schemas.openxmlformats.org/officeDocument/2006/relationships/image" Target="../media/image328.svg"/><Relationship Id="rId322" Type="http://schemas.openxmlformats.org/officeDocument/2006/relationships/image" Target="../media/image329.svg"/><Relationship Id="rId323" Type="http://schemas.openxmlformats.org/officeDocument/2006/relationships/image" Target="../media/image330.svg"/><Relationship Id="rId324" Type="http://schemas.openxmlformats.org/officeDocument/2006/relationships/image" Target="../media/image331.svg"/><Relationship Id="rId325" Type="http://schemas.openxmlformats.org/officeDocument/2006/relationships/image" Target="../media/image332.svg"/><Relationship Id="rId326" Type="http://schemas.openxmlformats.org/officeDocument/2006/relationships/image" Target="../media/image333.svg"/><Relationship Id="rId327" Type="http://schemas.openxmlformats.org/officeDocument/2006/relationships/image" Target="../media/image334.svg"/><Relationship Id="rId328" Type="http://schemas.openxmlformats.org/officeDocument/2006/relationships/image" Target="../media/image335.svg"/><Relationship Id="rId329" Type="http://schemas.openxmlformats.org/officeDocument/2006/relationships/image" Target="../media/image336.svg"/><Relationship Id="rId330" Type="http://schemas.openxmlformats.org/officeDocument/2006/relationships/image" Target="../media/image337.svg"/><Relationship Id="rId331" Type="http://schemas.openxmlformats.org/officeDocument/2006/relationships/image" Target="../media/image338.svg"/><Relationship Id="rId332" Type="http://schemas.openxmlformats.org/officeDocument/2006/relationships/image" Target="../media/image339.svg"/><Relationship Id="rId333" Type="http://schemas.openxmlformats.org/officeDocument/2006/relationships/image" Target="../media/image340.svg"/><Relationship Id="rId334" Type="http://schemas.openxmlformats.org/officeDocument/2006/relationships/image" Target="../media/image341.svg"/><Relationship Id="rId335" Type="http://schemas.openxmlformats.org/officeDocument/2006/relationships/image" Target="../media/image342.svg"/><Relationship Id="rId336" Type="http://schemas.openxmlformats.org/officeDocument/2006/relationships/image" Target="../media/image343.svg"/><Relationship Id="rId337" Type="http://schemas.openxmlformats.org/officeDocument/2006/relationships/image" Target="../media/image344.svg"/><Relationship Id="rId338" Type="http://schemas.openxmlformats.org/officeDocument/2006/relationships/image" Target="../media/image345.svg"/><Relationship Id="rId339" Type="http://schemas.openxmlformats.org/officeDocument/2006/relationships/image" Target="../media/image346.svg"/><Relationship Id="rId340" Type="http://schemas.openxmlformats.org/officeDocument/2006/relationships/image" Target="../media/image347.svg"/><Relationship Id="rId341" Type="http://schemas.openxmlformats.org/officeDocument/2006/relationships/image" Target="../media/image348.svg"/><Relationship Id="rId342" Type="http://schemas.openxmlformats.org/officeDocument/2006/relationships/image" Target="../media/image349.svg"/><Relationship Id="rId343" Type="http://schemas.openxmlformats.org/officeDocument/2006/relationships/image" Target="../media/image350.svg"/><Relationship Id="rId344" Type="http://schemas.openxmlformats.org/officeDocument/2006/relationships/image" Target="../media/image351.svg"/><Relationship Id="rId345" Type="http://schemas.openxmlformats.org/officeDocument/2006/relationships/image" Target="../media/image352.svg"/><Relationship Id="rId346" Type="http://schemas.openxmlformats.org/officeDocument/2006/relationships/image" Target="../media/image353.svg"/><Relationship Id="rId347" Type="http://schemas.openxmlformats.org/officeDocument/2006/relationships/image" Target="../media/image354.svg"/><Relationship Id="rId348" Type="http://schemas.openxmlformats.org/officeDocument/2006/relationships/image" Target="../media/image35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56.svg"/><Relationship Id="rId5" Type="http://schemas.openxmlformats.org/officeDocument/2006/relationships/image" Target="../media/image357.svg"/><Relationship Id="rId6" Type="http://schemas.openxmlformats.org/officeDocument/2006/relationships/image" Target="../media/image358.svg"/><Relationship Id="rId7" Type="http://schemas.openxmlformats.org/officeDocument/2006/relationships/image" Target="../media/image359.svg"/><Relationship Id="rId8" Type="http://schemas.openxmlformats.org/officeDocument/2006/relationships/image" Target="../media/image360.svg"/><Relationship Id="rId9" Type="http://schemas.openxmlformats.org/officeDocument/2006/relationships/image" Target="../media/image361.svg"/><Relationship Id="rId10" Type="http://schemas.openxmlformats.org/officeDocument/2006/relationships/image" Target="../media/image362.svg"/><Relationship Id="rId11" Type="http://schemas.openxmlformats.org/officeDocument/2006/relationships/image" Target="../media/image363.svg"/><Relationship Id="rId12" Type="http://schemas.openxmlformats.org/officeDocument/2006/relationships/image" Target="../media/image364.svg"/><Relationship Id="rId13" Type="http://schemas.openxmlformats.org/officeDocument/2006/relationships/image" Target="../media/image365.svg"/><Relationship Id="rId14" Type="http://schemas.openxmlformats.org/officeDocument/2006/relationships/image" Target="../media/image366.svg"/><Relationship Id="rId15" Type="http://schemas.openxmlformats.org/officeDocument/2006/relationships/image" Target="../media/image367.svg"/><Relationship Id="rId16" Type="http://schemas.openxmlformats.org/officeDocument/2006/relationships/image" Target="../media/image368.svg"/><Relationship Id="rId17" Type="http://schemas.openxmlformats.org/officeDocument/2006/relationships/image" Target="../media/image369.svg"/><Relationship Id="rId18" Type="http://schemas.openxmlformats.org/officeDocument/2006/relationships/image" Target="../media/image37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05C6252D-A077-68F3-A061-064A9317CB9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24AC8A00-B473-0493-06A0-D0E7FFB6C68C}"/>
              </a:ext>
            </a:extLst>
          </p:cNvPr>
          <p:cNvSpPr/>
          <p:nvPr/>
        </p:nvSpPr>
        <p:spPr>
          <a:xfrm>
            <a:off x="7775167" y="3840010"/>
            <a:ext cx="3637020" cy="117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</a:t>
            </a: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7" name="TÍTULO 01">
            <a:extLst>
              <a:ext uri="{FF2B5EF4-FFF2-40B4-BE49-F238E27FC236}">
                <a16:creationId xmlns:a16="http://schemas.microsoft.com/office/drawing/2014/main" id="{6CCBF558-BA2C-3723-B547-D69DAC53E15A}"/>
              </a:ext>
            </a:extLst>
          </p:cNvPr>
          <p:cNvSpPr txBox="1"/>
          <p:nvPr/>
        </p:nvSpPr>
        <p:spPr>
          <a:xfrm>
            <a:off x="7775166" y="2029258"/>
            <a:ext cx="4397041" cy="13286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ts val="4800"/>
              </a:lnSpc>
            </a:pPr>
            <a:r>
              <a:rPr lang="pt-BR" sz="4800" b="1" dirty="0">
                <a:solidFill>
                  <a:schemeClr val="bg1"/>
                </a:solidFill>
                <a:latin typeface="AMX"/>
                <a:ea typeface="DIN 2014 Bold" panose="020B0504020202020204" pitchFamily="34" charset="77"/>
                <a:cs typeface="Segoe UI"/>
              </a:rPr>
              <a:t>Título da Apresentação</a:t>
            </a:r>
            <a:endParaRPr lang="pt-BR" dirty="0"/>
          </a:p>
        </p:txBody>
      </p:sp>
      <p:sp>
        <p:nvSpPr>
          <p:cNvPr id="8" name="PESSOA">
            <a:extLst>
              <a:ext uri="{FF2B5EF4-FFF2-40B4-BE49-F238E27FC236}">
                <a16:creationId xmlns:a16="http://schemas.microsoft.com/office/drawing/2014/main" id="{F981B890-C295-C98F-7777-C7474AFB163E}"/>
              </a:ext>
            </a:extLst>
          </p:cNvPr>
          <p:cNvSpPr txBox="1"/>
          <p:nvPr/>
        </p:nvSpPr>
        <p:spPr>
          <a:xfrm>
            <a:off x="7775167" y="3378345"/>
            <a:ext cx="439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chemeClr val="bg1"/>
                </a:solidFill>
                <a:latin typeface="AMX" pitchFamily="2" charset="0"/>
                <a:ea typeface="DIN 2014" panose="020B0504020202020204" pitchFamily="34" charset="77"/>
                <a:cs typeface="Segoe UI" panose="020B0502040204020203" pitchFamily="34" charset="0"/>
              </a:rPr>
              <a:t>Subtítulo da Apresentação</a:t>
            </a:r>
          </a:p>
        </p:txBody>
      </p:sp>
      <p:pic>
        <p:nvPicPr>
          <p:cNvPr id="9" name="Imagem 8" descr="Ícone&#10;&#10;Descrição gerada automaticamente">
            <a:extLst>
              <a:ext uri="{FF2B5EF4-FFF2-40B4-BE49-F238E27FC236}">
                <a16:creationId xmlns:a16="http://schemas.microsoft.com/office/drawing/2014/main" id="{262D53E9-859A-697B-1286-41F8DE1BAF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88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45B5059-CB0A-9C93-FCE4-BB2A35B58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958DF1FF-C83A-3B90-3FA7-912FF2050E43}"/>
              </a:ext>
            </a:extLst>
          </p:cNvPr>
          <p:cNvSpPr/>
          <p:nvPr/>
        </p:nvSpPr>
        <p:spPr>
          <a:xfrm>
            <a:off x="1040539" y="3840010"/>
            <a:ext cx="3637020" cy="11772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sz="1200" dirty="0"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</a:t>
            </a:r>
            <a:endParaRPr lang="id-ID" sz="1200" dirty="0"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7" name="TÍTULO 01">
            <a:extLst>
              <a:ext uri="{FF2B5EF4-FFF2-40B4-BE49-F238E27FC236}">
                <a16:creationId xmlns:a16="http://schemas.microsoft.com/office/drawing/2014/main" id="{D2597026-438B-53B7-E42D-A92685DE9467}"/>
              </a:ext>
            </a:extLst>
          </p:cNvPr>
          <p:cNvSpPr txBox="1"/>
          <p:nvPr/>
        </p:nvSpPr>
        <p:spPr>
          <a:xfrm>
            <a:off x="1040538" y="2029258"/>
            <a:ext cx="43970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800"/>
              </a:lnSpc>
            </a:pPr>
            <a:r>
              <a:rPr lang="pt-BR" sz="4800" b="1" dirty="0">
                <a:solidFill>
                  <a:srgbClr val="C00000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Título da Apresentação</a:t>
            </a:r>
          </a:p>
        </p:txBody>
      </p:sp>
      <p:sp>
        <p:nvSpPr>
          <p:cNvPr id="8" name="PESSOA">
            <a:extLst>
              <a:ext uri="{FF2B5EF4-FFF2-40B4-BE49-F238E27FC236}">
                <a16:creationId xmlns:a16="http://schemas.microsoft.com/office/drawing/2014/main" id="{9BF275DA-E968-F658-F363-32612FE88317}"/>
              </a:ext>
            </a:extLst>
          </p:cNvPr>
          <p:cNvSpPr txBox="1"/>
          <p:nvPr/>
        </p:nvSpPr>
        <p:spPr>
          <a:xfrm>
            <a:off x="1040539" y="3378345"/>
            <a:ext cx="4397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>
                <a:solidFill>
                  <a:srgbClr val="C00000"/>
                </a:solidFill>
                <a:latin typeface="AMX" pitchFamily="2" charset="0"/>
                <a:ea typeface="DIN 2014" panose="020B0504020202020204" pitchFamily="34" charset="77"/>
                <a:cs typeface="Segoe UI" panose="020B0502040204020203" pitchFamily="34" charset="0"/>
              </a:rPr>
              <a:t>Subtítulo da Apresentação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FE708147-F7DF-8971-6013-DC13C351A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98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471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5CF0C6D7-3545-330E-9648-E6C70791A7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581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A6EED5A-501D-687F-B965-B857F392598B}"/>
              </a:ext>
            </a:extLst>
          </p:cNvPr>
          <p:cNvSpPr/>
          <p:nvPr/>
        </p:nvSpPr>
        <p:spPr>
          <a:xfrm>
            <a:off x="5602676" y="2177257"/>
            <a:ext cx="3688136" cy="2158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ipsum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sit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amet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lacus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nulla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ac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netus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nibh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aliquet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ligula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justo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libero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vivamus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conubia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mollit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Sapien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nam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suspendisse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87C3AC7-56DB-7DD1-3B7C-DBDA0383D122}"/>
              </a:ext>
            </a:extLst>
          </p:cNvPr>
          <p:cNvSpPr/>
          <p:nvPr/>
        </p:nvSpPr>
        <p:spPr>
          <a:xfrm>
            <a:off x="1440148" y="2177257"/>
            <a:ext cx="3688136" cy="2158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 marL="171450" indent="-1714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ipsum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sit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amet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lacus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nulla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ac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netus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nibh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aliquet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ligula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justo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libero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vivamus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conubia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mollit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Sapien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nam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suspendisse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</p:txBody>
      </p:sp>
      <p:sp>
        <p:nvSpPr>
          <p:cNvPr id="8" name="TÍTULO 01">
            <a:extLst>
              <a:ext uri="{FF2B5EF4-FFF2-40B4-BE49-F238E27FC236}">
                <a16:creationId xmlns:a16="http://schemas.microsoft.com/office/drawing/2014/main" id="{514FE9EA-18D2-8840-0317-4A4415225403}"/>
              </a:ext>
            </a:extLst>
          </p:cNvPr>
          <p:cNvSpPr txBox="1"/>
          <p:nvPr/>
        </p:nvSpPr>
        <p:spPr>
          <a:xfrm>
            <a:off x="1564999" y="947352"/>
            <a:ext cx="7850664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chemeClr val="bg1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90A5A7B7-CFFD-7EF4-782A-0BB6AEEB2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909A9A5-85CC-E0C2-837F-FB3B432C881F}"/>
              </a:ext>
            </a:extLst>
          </p:cNvPr>
          <p:cNvSpPr/>
          <p:nvPr/>
        </p:nvSpPr>
        <p:spPr>
          <a:xfrm>
            <a:off x="1640247" y="4685120"/>
            <a:ext cx="7934576" cy="1225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b="1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</a:t>
            </a:r>
            <a:r>
              <a:rPr lang="id-ID" sz="1200" b="1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b="1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b="1" dirty="0" err="1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b="1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  <a:p>
            <a:pPr>
              <a:lnSpc>
                <a:spcPts val="1800"/>
              </a:lnSpc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ipsum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sit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amet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lacus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nulla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ac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netus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nibh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aliquet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ligula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justo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libero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vivamus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porttitor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dolor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conubia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mollit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Sapien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nam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suspendisse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,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tincidunt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 </a:t>
            </a:r>
            <a:r>
              <a:rPr lang="id-ID" sz="1200" dirty="0" err="1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eget</a:t>
            </a: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326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4" name="Rectangle 2">
            <a:extLst>
              <a:ext uri="{FF2B5EF4-FFF2-40B4-BE49-F238E27FC236}">
                <a16:creationId xmlns:a16="http://schemas.microsoft.com/office/drawing/2014/main" id="{3E5E6CB4-2F0A-82A1-68C4-10E7576F9A6E}"/>
              </a:ext>
            </a:extLst>
          </p:cNvPr>
          <p:cNvSpPr/>
          <p:nvPr/>
        </p:nvSpPr>
        <p:spPr>
          <a:xfrm>
            <a:off x="1354391" y="2709158"/>
            <a:ext cx="3420809" cy="1004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eget.</a:t>
            </a:r>
          </a:p>
        </p:txBody>
      </p:sp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354391" y="1122066"/>
            <a:ext cx="3884531" cy="1271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rgbClr val="E2262B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pic>
        <p:nvPicPr>
          <p:cNvPr id="3" name="Imagem 2" descr="Homem sentado com óculos de grau&#10;&#10;Descrição gerada automaticamente com confiança média">
            <a:extLst>
              <a:ext uri="{FF2B5EF4-FFF2-40B4-BE49-F238E27FC236}">
                <a16:creationId xmlns:a16="http://schemas.microsoft.com/office/drawing/2014/main" id="{B91F7796-25AB-2206-33FC-A288FB07DF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8200" y="1792852"/>
            <a:ext cx="5788614" cy="3861017"/>
          </a:xfrm>
          <a:prstGeom prst="rect">
            <a:avLst/>
          </a:prstGeom>
        </p:spPr>
      </p:pic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FA8EABEE-129E-574E-5222-17C2240C66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CA663CA-62F7-D809-CB0E-D78D74465433}"/>
              </a:ext>
            </a:extLst>
          </p:cNvPr>
          <p:cNvSpPr/>
          <p:nvPr/>
        </p:nvSpPr>
        <p:spPr>
          <a:xfrm>
            <a:off x="1354390" y="3962372"/>
            <a:ext cx="3420809" cy="1004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tincidunt eget.</a:t>
            </a:r>
          </a:p>
        </p:txBody>
      </p:sp>
    </p:spTree>
    <p:extLst>
      <p:ext uri="{BB962C8B-B14F-4D97-AF65-F5344CB8AC3E}">
        <p14:creationId xmlns:p14="http://schemas.microsoft.com/office/powerpoint/2010/main" val="510097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453830" y="2157498"/>
            <a:ext cx="393731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rgbClr val="E2262B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E62C455-ECB9-8AB3-B385-5BBEBDE6CC99}"/>
              </a:ext>
            </a:extLst>
          </p:cNvPr>
          <p:cNvSpPr/>
          <p:nvPr/>
        </p:nvSpPr>
        <p:spPr>
          <a:xfrm>
            <a:off x="1472663" y="3429000"/>
            <a:ext cx="3727987" cy="1916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</a:t>
            </a:r>
            <a:endParaRPr lang="pt-BR" sz="1200" dirty="0">
              <a:effectLst/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endParaRPr lang="id-ID" sz="1200" dirty="0"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r>
              <a:rPr lang="id-ID" sz="1200" dirty="0"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tincidu.</a:t>
            </a:r>
          </a:p>
        </p:txBody>
      </p:sp>
      <p:pic>
        <p:nvPicPr>
          <p:cNvPr id="11" name="Imagem 10" descr="Ícone&#10;&#10;Descrição gerada automaticamente">
            <a:extLst>
              <a:ext uri="{FF2B5EF4-FFF2-40B4-BE49-F238E27FC236}">
                <a16:creationId xmlns:a16="http://schemas.microsoft.com/office/drawing/2014/main" id="{3ED40D69-7878-DB3B-0E54-A9BE9118A4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2014" y="769615"/>
            <a:ext cx="2432309" cy="2468885"/>
          </a:xfrm>
          <a:prstGeom prst="rect">
            <a:avLst/>
          </a:prstGeom>
        </p:spPr>
      </p:pic>
      <p:pic>
        <p:nvPicPr>
          <p:cNvPr id="7" name="Imagem 6" descr="Forma&#10;&#10;Descrição gerada automaticamente">
            <a:extLst>
              <a:ext uri="{FF2B5EF4-FFF2-40B4-BE49-F238E27FC236}">
                <a16:creationId xmlns:a16="http://schemas.microsoft.com/office/drawing/2014/main" id="{C2B34617-CE45-01C1-C7D1-19DD9C1769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975" y="349631"/>
            <a:ext cx="7201348" cy="7447102"/>
          </a:xfrm>
          <a:prstGeom prst="rect">
            <a:avLst/>
          </a:prstGeom>
        </p:spPr>
      </p:pic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2F331621-0B81-DC05-A882-5E2BA4259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723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8" cy="6857999"/>
          </a:xfrm>
          <a:prstGeom prst="rect">
            <a:avLst/>
          </a:prstGeom>
        </p:spPr>
      </p:pic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453830" y="2157498"/>
            <a:ext cx="4184969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Lorem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ipsum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dolor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sit</a:t>
            </a:r>
            <a:r>
              <a:rPr lang="pt-BR" sz="4400" b="1" dirty="0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 </a:t>
            </a:r>
            <a:r>
              <a:rPr lang="pt-BR" sz="4400" b="1" dirty="0" err="1">
                <a:solidFill>
                  <a:schemeClr val="bg1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amet</a:t>
            </a:r>
            <a:endParaRPr lang="pt-BR" sz="4400" b="1" dirty="0">
              <a:solidFill>
                <a:schemeClr val="bg1"/>
              </a:solidFill>
              <a:latin typeface="AMX" pitchFamily="2" charset="0"/>
              <a:ea typeface="DIN 2014 Bold" panose="020B0504020202020204" pitchFamily="34" charset="77"/>
              <a:cs typeface="Segoe UI" panose="020B0502040204020203" pitchFamily="34" charset="0"/>
            </a:endParaRPr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DE62C455-ECB9-8AB3-B385-5BBEBDE6CC99}"/>
              </a:ext>
            </a:extLst>
          </p:cNvPr>
          <p:cNvSpPr/>
          <p:nvPr/>
        </p:nvSpPr>
        <p:spPr>
          <a:xfrm>
            <a:off x="1472663" y="3429000"/>
            <a:ext cx="3727987" cy="19161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d-ID" sz="1200" dirty="0">
                <a:solidFill>
                  <a:schemeClr val="bg1"/>
                </a:solidFill>
                <a:effectLst/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</a:t>
            </a:r>
            <a:endParaRPr lang="pt-BR" sz="1200" dirty="0">
              <a:solidFill>
                <a:schemeClr val="bg1"/>
              </a:solidFill>
              <a:effectLst/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endParaRPr lang="id-ID" sz="1200" dirty="0">
              <a:solidFill>
                <a:schemeClr val="bg1"/>
              </a:solidFill>
              <a:latin typeface="AMX" pitchFamily="2" charset="0"/>
              <a:ea typeface="DIN 2014 Light" panose="020B0404020202020204" pitchFamily="34" charset="77"/>
              <a:cs typeface="Segoe UI" panose="020B0502040204020203" pitchFamily="34" charset="0"/>
            </a:endParaRPr>
          </a:p>
          <a:p>
            <a:pPr>
              <a:lnSpc>
                <a:spcPts val="1800"/>
              </a:lnSpc>
            </a:pPr>
            <a:r>
              <a:rPr lang="id-ID" sz="1200" dirty="0">
                <a:solidFill>
                  <a:schemeClr val="bg1"/>
                </a:solidFill>
                <a:latin typeface="AMX" pitchFamily="2" charset="0"/>
                <a:ea typeface="DIN 2014 Light" panose="020B0404020202020204" pitchFamily="34" charset="77"/>
                <a:cs typeface="Segoe UI" panose="020B0502040204020203" pitchFamily="34" charset="0"/>
              </a:rPr>
              <a:t>Lorem ipsum dolor sit amet, lacus nulla ac netus nibh aliquet, porttitor ligula justo libero vivamus porttitor dolor, conubia mollit. Sapien nam suspendisse, tincidu.</a:t>
            </a:r>
          </a:p>
        </p:txBody>
      </p:sp>
      <p:pic>
        <p:nvPicPr>
          <p:cNvPr id="68" name="Imagem 67" descr="Forma&#10;&#10;Descrição gerada automaticamente com confiança baixa">
            <a:extLst>
              <a:ext uri="{FF2B5EF4-FFF2-40B4-BE49-F238E27FC236}">
                <a16:creationId xmlns:a16="http://schemas.microsoft.com/office/drawing/2014/main" id="{B3D99657-A2A4-7094-75C2-65D60FC70D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589" y="1276350"/>
            <a:ext cx="3948099" cy="7018842"/>
          </a:xfrm>
          <a:prstGeom prst="rect">
            <a:avLst/>
          </a:prstGeom>
        </p:spPr>
      </p:pic>
      <p:pic>
        <p:nvPicPr>
          <p:cNvPr id="3" name="Imagem 2" descr="Ícone&#10;&#10;Descrição gerada automaticamente">
            <a:extLst>
              <a:ext uri="{FF2B5EF4-FFF2-40B4-BE49-F238E27FC236}">
                <a16:creationId xmlns:a16="http://schemas.microsoft.com/office/drawing/2014/main" id="{388FCAC0-29B2-8FB3-8359-EF48B0ECBC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5822376"/>
            <a:ext cx="945102" cy="852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451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ÍTULO 01">
            <a:extLst>
              <a:ext uri="{FF2B5EF4-FFF2-40B4-BE49-F238E27FC236}">
                <a16:creationId xmlns:a16="http://schemas.microsoft.com/office/drawing/2014/main" id="{56C6D53B-6D05-2700-70D7-80A928954092}"/>
              </a:ext>
            </a:extLst>
          </p:cNvPr>
          <p:cNvSpPr txBox="1"/>
          <p:nvPr/>
        </p:nvSpPr>
        <p:spPr>
          <a:xfrm>
            <a:off x="1082427" y="501995"/>
            <a:ext cx="3555176" cy="69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Ícones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D4EF4EEC-608A-C2BE-002E-3AA6AFED5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90034"/>
            <a:ext cx="945102" cy="852854"/>
          </a:xfrm>
          <a:prstGeom prst="rect">
            <a:avLst/>
          </a:prstGeom>
        </p:spPr>
      </p:pic>
      <p:pic>
        <p:nvPicPr>
          <p:cNvPr id="432" name="Gráfico 431">
            <a:extLst>
              <a:ext uri="{FF2B5EF4-FFF2-40B4-BE49-F238E27FC236}">
                <a16:creationId xmlns:a16="http://schemas.microsoft.com/office/drawing/2014/main" id="{94E1BFBD-15CD-DE18-B751-83130826C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18741" y="1457794"/>
            <a:ext cx="228600" cy="228600"/>
          </a:xfrm>
          <a:prstGeom prst="rect">
            <a:avLst/>
          </a:prstGeom>
        </p:spPr>
      </p:pic>
      <p:pic>
        <p:nvPicPr>
          <p:cNvPr id="434" name="Gráfico 433">
            <a:extLst>
              <a:ext uri="{FF2B5EF4-FFF2-40B4-BE49-F238E27FC236}">
                <a16:creationId xmlns:a16="http://schemas.microsoft.com/office/drawing/2014/main" id="{A290B036-8446-7824-B8F9-CD0FE753D4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0870" y="1459469"/>
            <a:ext cx="228600" cy="228600"/>
          </a:xfrm>
          <a:prstGeom prst="rect">
            <a:avLst/>
          </a:prstGeom>
        </p:spPr>
      </p:pic>
      <p:pic>
        <p:nvPicPr>
          <p:cNvPr id="436" name="Gráfico 435">
            <a:extLst>
              <a:ext uri="{FF2B5EF4-FFF2-40B4-BE49-F238E27FC236}">
                <a16:creationId xmlns:a16="http://schemas.microsoft.com/office/drawing/2014/main" id="{7F58D10C-7DB2-4675-5E52-F1B10A2FE2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832784" y="1461144"/>
            <a:ext cx="228600" cy="228600"/>
          </a:xfrm>
          <a:prstGeom prst="rect">
            <a:avLst/>
          </a:prstGeom>
        </p:spPr>
      </p:pic>
      <p:pic>
        <p:nvPicPr>
          <p:cNvPr id="438" name="Gráfico 437">
            <a:extLst>
              <a:ext uri="{FF2B5EF4-FFF2-40B4-BE49-F238E27FC236}">
                <a16:creationId xmlns:a16="http://schemas.microsoft.com/office/drawing/2014/main" id="{44A73576-C272-1F78-0DFC-6239398833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6827" y="1462819"/>
            <a:ext cx="228600" cy="228600"/>
          </a:xfrm>
          <a:prstGeom prst="rect">
            <a:avLst/>
          </a:prstGeom>
        </p:spPr>
      </p:pic>
      <p:pic>
        <p:nvPicPr>
          <p:cNvPr id="440" name="Gráfico 439">
            <a:extLst>
              <a:ext uri="{FF2B5EF4-FFF2-40B4-BE49-F238E27FC236}">
                <a16:creationId xmlns:a16="http://schemas.microsoft.com/office/drawing/2014/main" id="{90821B08-A5A4-B11D-B303-86D837C4A5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04698" y="1464494"/>
            <a:ext cx="228600" cy="228600"/>
          </a:xfrm>
          <a:prstGeom prst="rect">
            <a:avLst/>
          </a:prstGeom>
        </p:spPr>
      </p:pic>
      <p:pic>
        <p:nvPicPr>
          <p:cNvPr id="442" name="Gráfico 441">
            <a:extLst>
              <a:ext uri="{FF2B5EF4-FFF2-40B4-BE49-F238E27FC236}">
                <a16:creationId xmlns:a16="http://schemas.microsoft.com/office/drawing/2014/main" id="{66C97191-3391-7DBA-E6B8-E3E8AEC587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90655" y="1466169"/>
            <a:ext cx="228600" cy="228600"/>
          </a:xfrm>
          <a:prstGeom prst="rect">
            <a:avLst/>
          </a:prstGeom>
        </p:spPr>
      </p:pic>
      <p:pic>
        <p:nvPicPr>
          <p:cNvPr id="444" name="Gráfico 443">
            <a:extLst>
              <a:ext uri="{FF2B5EF4-FFF2-40B4-BE49-F238E27FC236}">
                <a16:creationId xmlns:a16="http://schemas.microsoft.com/office/drawing/2014/main" id="{2396A0D1-5C9E-F91B-F369-DA152565EC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76612" y="1467844"/>
            <a:ext cx="228600" cy="228600"/>
          </a:xfrm>
          <a:prstGeom prst="rect">
            <a:avLst/>
          </a:prstGeom>
        </p:spPr>
      </p:pic>
      <p:pic>
        <p:nvPicPr>
          <p:cNvPr id="446" name="Gráfico 445">
            <a:extLst>
              <a:ext uri="{FF2B5EF4-FFF2-40B4-BE49-F238E27FC236}">
                <a16:creationId xmlns:a16="http://schemas.microsoft.com/office/drawing/2014/main" id="{720F62DA-7B58-352F-9CB9-0AC57DF468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2569" y="1469519"/>
            <a:ext cx="228600" cy="228600"/>
          </a:xfrm>
          <a:prstGeom prst="rect">
            <a:avLst/>
          </a:prstGeom>
        </p:spPr>
      </p:pic>
      <p:pic>
        <p:nvPicPr>
          <p:cNvPr id="448" name="Gráfico 447">
            <a:extLst>
              <a:ext uri="{FF2B5EF4-FFF2-40B4-BE49-F238E27FC236}">
                <a16:creationId xmlns:a16="http://schemas.microsoft.com/office/drawing/2014/main" id="{6E4F12CE-4CF4-C309-8363-4BF2EF8EA0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548526" y="1471194"/>
            <a:ext cx="228600" cy="228600"/>
          </a:xfrm>
          <a:prstGeom prst="rect">
            <a:avLst/>
          </a:prstGeom>
        </p:spPr>
      </p:pic>
      <p:pic>
        <p:nvPicPr>
          <p:cNvPr id="450" name="Gráfico 449">
            <a:extLst>
              <a:ext uri="{FF2B5EF4-FFF2-40B4-BE49-F238E27FC236}">
                <a16:creationId xmlns:a16="http://schemas.microsoft.com/office/drawing/2014/main" id="{54D4056E-1BC6-FABA-E2FA-2215CA9282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834483" y="1472869"/>
            <a:ext cx="228600" cy="228600"/>
          </a:xfrm>
          <a:prstGeom prst="rect">
            <a:avLst/>
          </a:prstGeom>
        </p:spPr>
      </p:pic>
      <p:pic>
        <p:nvPicPr>
          <p:cNvPr id="452" name="Gráfico 451">
            <a:extLst>
              <a:ext uri="{FF2B5EF4-FFF2-40B4-BE49-F238E27FC236}">
                <a16:creationId xmlns:a16="http://schemas.microsoft.com/office/drawing/2014/main" id="{7441CE2F-A23C-CE43-7651-538C55FBD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20440" y="1474544"/>
            <a:ext cx="228600" cy="228600"/>
          </a:xfrm>
          <a:prstGeom prst="rect">
            <a:avLst/>
          </a:prstGeom>
        </p:spPr>
      </p:pic>
      <p:pic>
        <p:nvPicPr>
          <p:cNvPr id="454" name="Gráfico 453">
            <a:extLst>
              <a:ext uri="{FF2B5EF4-FFF2-40B4-BE49-F238E27FC236}">
                <a16:creationId xmlns:a16="http://schemas.microsoft.com/office/drawing/2014/main" id="{C207EB6B-14EE-69B2-5B85-C9B0C12329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06397" y="1476219"/>
            <a:ext cx="228600" cy="228600"/>
          </a:xfrm>
          <a:prstGeom prst="rect">
            <a:avLst/>
          </a:prstGeom>
        </p:spPr>
      </p:pic>
      <p:pic>
        <p:nvPicPr>
          <p:cNvPr id="456" name="Gráfico 455">
            <a:extLst>
              <a:ext uri="{FF2B5EF4-FFF2-40B4-BE49-F238E27FC236}">
                <a16:creationId xmlns:a16="http://schemas.microsoft.com/office/drawing/2014/main" id="{57E6F014-925F-68EC-DE13-9CA0364FC0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92354" y="1477894"/>
            <a:ext cx="228600" cy="228600"/>
          </a:xfrm>
          <a:prstGeom prst="rect">
            <a:avLst/>
          </a:prstGeom>
        </p:spPr>
      </p:pic>
      <p:pic>
        <p:nvPicPr>
          <p:cNvPr id="458" name="Gráfico 457">
            <a:extLst>
              <a:ext uri="{FF2B5EF4-FFF2-40B4-BE49-F238E27FC236}">
                <a16:creationId xmlns:a16="http://schemas.microsoft.com/office/drawing/2014/main" id="{9CBA99CC-2C9A-0A38-7C51-D49D6E68A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978311" y="1479569"/>
            <a:ext cx="228600" cy="228600"/>
          </a:xfrm>
          <a:prstGeom prst="rect">
            <a:avLst/>
          </a:prstGeom>
        </p:spPr>
      </p:pic>
      <p:pic>
        <p:nvPicPr>
          <p:cNvPr id="460" name="Gráfico 459">
            <a:extLst>
              <a:ext uri="{FF2B5EF4-FFF2-40B4-BE49-F238E27FC236}">
                <a16:creationId xmlns:a16="http://schemas.microsoft.com/office/drawing/2014/main" id="{73A131EF-2407-3453-9D33-3EF198136D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264268" y="1481244"/>
            <a:ext cx="228600" cy="228600"/>
          </a:xfrm>
          <a:prstGeom prst="rect">
            <a:avLst/>
          </a:prstGeom>
        </p:spPr>
      </p:pic>
      <p:pic>
        <p:nvPicPr>
          <p:cNvPr id="462" name="Gráfico 461">
            <a:extLst>
              <a:ext uri="{FF2B5EF4-FFF2-40B4-BE49-F238E27FC236}">
                <a16:creationId xmlns:a16="http://schemas.microsoft.com/office/drawing/2014/main" id="{3C9E0E34-D9D5-8DE7-114F-75F7F75BC7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550225" y="1452769"/>
            <a:ext cx="228600" cy="228600"/>
          </a:xfrm>
          <a:prstGeom prst="rect">
            <a:avLst/>
          </a:prstGeom>
        </p:spPr>
      </p:pic>
      <p:pic>
        <p:nvPicPr>
          <p:cNvPr id="464" name="Gráfico 463">
            <a:extLst>
              <a:ext uri="{FF2B5EF4-FFF2-40B4-BE49-F238E27FC236}">
                <a16:creationId xmlns:a16="http://schemas.microsoft.com/office/drawing/2014/main" id="{CB488FE2-354B-B166-2800-E29A08F6FD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36182" y="1454444"/>
            <a:ext cx="228600" cy="228600"/>
          </a:xfrm>
          <a:prstGeom prst="rect">
            <a:avLst/>
          </a:prstGeom>
        </p:spPr>
      </p:pic>
      <p:pic>
        <p:nvPicPr>
          <p:cNvPr id="466" name="Gráfico 465">
            <a:extLst>
              <a:ext uri="{FF2B5EF4-FFF2-40B4-BE49-F238E27FC236}">
                <a16:creationId xmlns:a16="http://schemas.microsoft.com/office/drawing/2014/main" id="{4F8FB4E4-F5BC-09CC-5400-674BAEA069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122139" y="1451094"/>
            <a:ext cx="228600" cy="228600"/>
          </a:xfrm>
          <a:prstGeom prst="rect">
            <a:avLst/>
          </a:prstGeom>
        </p:spPr>
      </p:pic>
      <p:pic>
        <p:nvPicPr>
          <p:cNvPr id="468" name="Gráfico 467">
            <a:extLst>
              <a:ext uri="{FF2B5EF4-FFF2-40B4-BE49-F238E27FC236}">
                <a16:creationId xmlns:a16="http://schemas.microsoft.com/office/drawing/2014/main" id="{7316838B-E861-648D-85B0-B69B653D75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408096" y="1482919"/>
            <a:ext cx="228600" cy="228600"/>
          </a:xfrm>
          <a:prstGeom prst="rect">
            <a:avLst/>
          </a:prstGeom>
        </p:spPr>
      </p:pic>
      <p:pic>
        <p:nvPicPr>
          <p:cNvPr id="470" name="Gráfico 469">
            <a:extLst>
              <a:ext uri="{FF2B5EF4-FFF2-40B4-BE49-F238E27FC236}">
                <a16:creationId xmlns:a16="http://schemas.microsoft.com/office/drawing/2014/main" id="{7E9007F0-F48C-4CBB-748E-91633E5D2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94053" y="1484588"/>
            <a:ext cx="228600" cy="228600"/>
          </a:xfrm>
          <a:prstGeom prst="rect">
            <a:avLst/>
          </a:prstGeom>
        </p:spPr>
      </p:pic>
      <p:pic>
        <p:nvPicPr>
          <p:cNvPr id="472" name="Gráfico 471">
            <a:extLst>
              <a:ext uri="{FF2B5EF4-FFF2-40B4-BE49-F238E27FC236}">
                <a16:creationId xmlns:a16="http://schemas.microsoft.com/office/drawing/2014/main" id="{47703D55-FCC1-9ABC-6640-F1C1910846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980010" y="1456119"/>
            <a:ext cx="228600" cy="228600"/>
          </a:xfrm>
          <a:prstGeom prst="rect">
            <a:avLst/>
          </a:prstGeom>
        </p:spPr>
      </p:pic>
      <p:pic>
        <p:nvPicPr>
          <p:cNvPr id="474" name="Gráfico 473">
            <a:extLst>
              <a:ext uri="{FF2B5EF4-FFF2-40B4-BE49-F238E27FC236}">
                <a16:creationId xmlns:a16="http://schemas.microsoft.com/office/drawing/2014/main" id="{97AB2A7A-1ABA-84D9-91DF-94D1BC48B1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265969" y="1449419"/>
            <a:ext cx="228600" cy="228600"/>
          </a:xfrm>
          <a:prstGeom prst="rect">
            <a:avLst/>
          </a:prstGeom>
        </p:spPr>
      </p:pic>
      <p:pic>
        <p:nvPicPr>
          <p:cNvPr id="476" name="Gráfico 475">
            <a:extLst>
              <a:ext uri="{FF2B5EF4-FFF2-40B4-BE49-F238E27FC236}">
                <a16:creationId xmlns:a16="http://schemas.microsoft.com/office/drawing/2014/main" id="{3A6E1155-D689-43FC-B6EE-4CD7F0D6CC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545413" y="1449419"/>
            <a:ext cx="228600" cy="228600"/>
          </a:xfrm>
          <a:prstGeom prst="rect">
            <a:avLst/>
          </a:prstGeom>
        </p:spPr>
      </p:pic>
      <p:pic>
        <p:nvPicPr>
          <p:cNvPr id="478" name="Gráfico 477">
            <a:extLst>
              <a:ext uri="{FF2B5EF4-FFF2-40B4-BE49-F238E27FC236}">
                <a16:creationId xmlns:a16="http://schemas.microsoft.com/office/drawing/2014/main" id="{C64E611C-E63E-2E23-3C2E-7E15BE84D4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7824857" y="1449419"/>
            <a:ext cx="228600" cy="228600"/>
          </a:xfrm>
          <a:prstGeom prst="rect">
            <a:avLst/>
          </a:prstGeom>
        </p:spPr>
      </p:pic>
      <p:pic>
        <p:nvPicPr>
          <p:cNvPr id="480" name="Gráfico 479">
            <a:extLst>
              <a:ext uri="{FF2B5EF4-FFF2-40B4-BE49-F238E27FC236}">
                <a16:creationId xmlns:a16="http://schemas.microsoft.com/office/drawing/2014/main" id="{4653BDF5-6853-90F2-8DB2-BE226E73D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104301" y="1449419"/>
            <a:ext cx="228600" cy="228600"/>
          </a:xfrm>
          <a:prstGeom prst="rect">
            <a:avLst/>
          </a:prstGeom>
        </p:spPr>
      </p:pic>
      <p:pic>
        <p:nvPicPr>
          <p:cNvPr id="482" name="Gráfico 481">
            <a:extLst>
              <a:ext uri="{FF2B5EF4-FFF2-40B4-BE49-F238E27FC236}">
                <a16:creationId xmlns:a16="http://schemas.microsoft.com/office/drawing/2014/main" id="{1DB7B09B-91A7-6EA4-D8D9-F2C7BA548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357368" y="1456119"/>
            <a:ext cx="228600" cy="228600"/>
          </a:xfrm>
          <a:prstGeom prst="rect">
            <a:avLst/>
          </a:prstGeom>
        </p:spPr>
      </p:pic>
      <p:pic>
        <p:nvPicPr>
          <p:cNvPr id="484" name="Gráfico 483">
            <a:extLst>
              <a:ext uri="{FF2B5EF4-FFF2-40B4-BE49-F238E27FC236}">
                <a16:creationId xmlns:a16="http://schemas.microsoft.com/office/drawing/2014/main" id="{F3148D91-28DF-913D-6CA3-4F9220471F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636812" y="1458634"/>
            <a:ext cx="228600" cy="228600"/>
          </a:xfrm>
          <a:prstGeom prst="rect">
            <a:avLst/>
          </a:prstGeom>
        </p:spPr>
      </p:pic>
      <p:pic>
        <p:nvPicPr>
          <p:cNvPr id="486" name="Gráfico 485">
            <a:extLst>
              <a:ext uri="{FF2B5EF4-FFF2-40B4-BE49-F238E27FC236}">
                <a16:creationId xmlns:a16="http://schemas.microsoft.com/office/drawing/2014/main" id="{ABEF8F90-902B-36CF-4224-11B70B1ED4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8910394" y="1456119"/>
            <a:ext cx="228600" cy="228600"/>
          </a:xfrm>
          <a:prstGeom prst="rect">
            <a:avLst/>
          </a:prstGeom>
        </p:spPr>
      </p:pic>
      <p:pic>
        <p:nvPicPr>
          <p:cNvPr id="488" name="Gráfico 487">
            <a:extLst>
              <a:ext uri="{FF2B5EF4-FFF2-40B4-BE49-F238E27FC236}">
                <a16:creationId xmlns:a16="http://schemas.microsoft.com/office/drawing/2014/main" id="{5862E335-980C-916C-24C4-C92AB7F92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9195699" y="1449419"/>
            <a:ext cx="228600" cy="228600"/>
          </a:xfrm>
          <a:prstGeom prst="rect">
            <a:avLst/>
          </a:prstGeom>
        </p:spPr>
      </p:pic>
      <p:pic>
        <p:nvPicPr>
          <p:cNvPr id="490" name="Gráfico 489">
            <a:extLst>
              <a:ext uri="{FF2B5EF4-FFF2-40B4-BE49-F238E27FC236}">
                <a16:creationId xmlns:a16="http://schemas.microsoft.com/office/drawing/2014/main" id="{0925CD17-C27B-30D0-2F67-683D9B71B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9463420" y="1469519"/>
            <a:ext cx="228600" cy="228600"/>
          </a:xfrm>
          <a:prstGeom prst="rect">
            <a:avLst/>
          </a:prstGeom>
        </p:spPr>
      </p:pic>
      <p:pic>
        <p:nvPicPr>
          <p:cNvPr id="492" name="Gráfico 491">
            <a:extLst>
              <a:ext uri="{FF2B5EF4-FFF2-40B4-BE49-F238E27FC236}">
                <a16:creationId xmlns:a16="http://schemas.microsoft.com/office/drawing/2014/main" id="{8DB9C572-4176-B9DB-C5CD-A2FDA6028E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742864" y="1482919"/>
            <a:ext cx="228600" cy="228600"/>
          </a:xfrm>
          <a:prstGeom prst="rect">
            <a:avLst/>
          </a:prstGeom>
        </p:spPr>
      </p:pic>
      <p:pic>
        <p:nvPicPr>
          <p:cNvPr id="494" name="Gráfico 493">
            <a:extLst>
              <a:ext uri="{FF2B5EF4-FFF2-40B4-BE49-F238E27FC236}">
                <a16:creationId xmlns:a16="http://schemas.microsoft.com/office/drawing/2014/main" id="{0D58F62A-EBF7-0753-CD43-C16A5FEBB9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10025238" y="1456119"/>
            <a:ext cx="228600" cy="228600"/>
          </a:xfrm>
          <a:prstGeom prst="rect">
            <a:avLst/>
          </a:prstGeom>
        </p:spPr>
      </p:pic>
      <p:pic>
        <p:nvPicPr>
          <p:cNvPr id="496" name="Gráfico 495">
            <a:extLst>
              <a:ext uri="{FF2B5EF4-FFF2-40B4-BE49-F238E27FC236}">
                <a16:creationId xmlns:a16="http://schemas.microsoft.com/office/drawing/2014/main" id="{DB5ABD63-692C-AD30-17BF-15BDBCDEA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0300127" y="1449419"/>
            <a:ext cx="228600" cy="228600"/>
          </a:xfrm>
          <a:prstGeom prst="rect">
            <a:avLst/>
          </a:prstGeom>
        </p:spPr>
      </p:pic>
      <p:pic>
        <p:nvPicPr>
          <p:cNvPr id="498" name="Gráfico 497">
            <a:extLst>
              <a:ext uri="{FF2B5EF4-FFF2-40B4-BE49-F238E27FC236}">
                <a16:creationId xmlns:a16="http://schemas.microsoft.com/office/drawing/2014/main" id="{3E799965-97F8-CE9F-4425-23A95D4CA2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10594224" y="1476219"/>
            <a:ext cx="228600" cy="228600"/>
          </a:xfrm>
          <a:prstGeom prst="rect">
            <a:avLst/>
          </a:prstGeom>
        </p:spPr>
      </p:pic>
      <p:pic>
        <p:nvPicPr>
          <p:cNvPr id="500" name="Gráfico 499">
            <a:extLst>
              <a:ext uri="{FF2B5EF4-FFF2-40B4-BE49-F238E27FC236}">
                <a16:creationId xmlns:a16="http://schemas.microsoft.com/office/drawing/2014/main" id="{6CEF96C4-E85A-E1A4-66C5-AB4FDAC483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260870" y="1836873"/>
            <a:ext cx="228600" cy="228600"/>
          </a:xfrm>
          <a:prstGeom prst="rect">
            <a:avLst/>
          </a:prstGeom>
        </p:spPr>
      </p:pic>
      <p:pic>
        <p:nvPicPr>
          <p:cNvPr id="502" name="Gráfico 501">
            <a:extLst>
              <a:ext uri="{FF2B5EF4-FFF2-40B4-BE49-F238E27FC236}">
                <a16:creationId xmlns:a16="http://schemas.microsoft.com/office/drawing/2014/main" id="{B22183FC-6DD8-2308-0493-7495723931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540728" y="1837501"/>
            <a:ext cx="228600" cy="228600"/>
          </a:xfrm>
          <a:prstGeom prst="rect">
            <a:avLst/>
          </a:prstGeom>
        </p:spPr>
      </p:pic>
      <p:pic>
        <p:nvPicPr>
          <p:cNvPr id="504" name="Gráfico 503">
            <a:extLst>
              <a:ext uri="{FF2B5EF4-FFF2-40B4-BE49-F238E27FC236}">
                <a16:creationId xmlns:a16="http://schemas.microsoft.com/office/drawing/2014/main" id="{D3BE1D8C-559C-FBFC-8AAB-8E08054E83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805694" y="1838134"/>
            <a:ext cx="228600" cy="228600"/>
          </a:xfrm>
          <a:prstGeom prst="rect">
            <a:avLst/>
          </a:prstGeom>
        </p:spPr>
      </p:pic>
      <p:pic>
        <p:nvPicPr>
          <p:cNvPr id="506" name="Gráfico 505">
            <a:extLst>
              <a:ext uri="{FF2B5EF4-FFF2-40B4-BE49-F238E27FC236}">
                <a16:creationId xmlns:a16="http://schemas.microsoft.com/office/drawing/2014/main" id="{5D5B9E7F-739D-A762-5E72-3EB142BEE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2070660" y="1820545"/>
            <a:ext cx="228600" cy="228600"/>
          </a:xfrm>
          <a:prstGeom prst="rect">
            <a:avLst/>
          </a:prstGeom>
        </p:spPr>
      </p:pic>
      <p:pic>
        <p:nvPicPr>
          <p:cNvPr id="508" name="Gráfico 507">
            <a:extLst>
              <a:ext uri="{FF2B5EF4-FFF2-40B4-BE49-F238E27FC236}">
                <a16:creationId xmlns:a16="http://schemas.microsoft.com/office/drawing/2014/main" id="{D8F278F4-A224-27B5-A79E-C2CB66122A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324923" y="1830593"/>
            <a:ext cx="228600" cy="228600"/>
          </a:xfrm>
          <a:prstGeom prst="rect">
            <a:avLst/>
          </a:prstGeom>
        </p:spPr>
      </p:pic>
      <p:pic>
        <p:nvPicPr>
          <p:cNvPr id="510" name="Gráfico 509">
            <a:extLst>
              <a:ext uri="{FF2B5EF4-FFF2-40B4-BE49-F238E27FC236}">
                <a16:creationId xmlns:a16="http://schemas.microsoft.com/office/drawing/2014/main" id="{25DE6DC8-EE1A-52E7-52BD-71CADDAF0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2601612" y="1831221"/>
            <a:ext cx="228600" cy="228600"/>
          </a:xfrm>
          <a:prstGeom prst="rect">
            <a:avLst/>
          </a:prstGeom>
        </p:spPr>
      </p:pic>
      <p:pic>
        <p:nvPicPr>
          <p:cNvPr id="512" name="Gráfico 511">
            <a:extLst>
              <a:ext uri="{FF2B5EF4-FFF2-40B4-BE49-F238E27FC236}">
                <a16:creationId xmlns:a16="http://schemas.microsoft.com/office/drawing/2014/main" id="{B8867F67-D8BB-1674-C391-43B52E0632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844152" y="1831849"/>
            <a:ext cx="228600" cy="228600"/>
          </a:xfrm>
          <a:prstGeom prst="rect">
            <a:avLst/>
          </a:prstGeom>
        </p:spPr>
      </p:pic>
      <p:pic>
        <p:nvPicPr>
          <p:cNvPr id="514" name="Gráfico 513">
            <a:extLst>
              <a:ext uri="{FF2B5EF4-FFF2-40B4-BE49-F238E27FC236}">
                <a16:creationId xmlns:a16="http://schemas.microsoft.com/office/drawing/2014/main" id="{8B3CEBA8-B6C4-3FEB-7C42-A8E6F76601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3090912" y="1832477"/>
            <a:ext cx="228600" cy="228600"/>
          </a:xfrm>
          <a:prstGeom prst="rect">
            <a:avLst/>
          </a:prstGeom>
        </p:spPr>
      </p:pic>
      <p:pic>
        <p:nvPicPr>
          <p:cNvPr id="516" name="Gráfico 515">
            <a:extLst>
              <a:ext uri="{FF2B5EF4-FFF2-40B4-BE49-F238E27FC236}">
                <a16:creationId xmlns:a16="http://schemas.microsoft.com/office/drawing/2014/main" id="{B675C15E-7383-88F3-D563-A65A97CC8D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376869" y="1833105"/>
            <a:ext cx="228600" cy="228600"/>
          </a:xfrm>
          <a:prstGeom prst="rect">
            <a:avLst/>
          </a:prstGeom>
        </p:spPr>
      </p:pic>
      <p:pic>
        <p:nvPicPr>
          <p:cNvPr id="520" name="Gráfico 519">
            <a:extLst>
              <a:ext uri="{FF2B5EF4-FFF2-40B4-BE49-F238E27FC236}">
                <a16:creationId xmlns:a16="http://schemas.microsoft.com/office/drawing/2014/main" id="{7FB4A921-F586-0324-D299-5FA37AAFB8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3605883" y="1821173"/>
            <a:ext cx="228600" cy="228600"/>
          </a:xfrm>
          <a:prstGeom prst="rect">
            <a:avLst/>
          </a:prstGeom>
        </p:spPr>
      </p:pic>
      <p:pic>
        <p:nvPicPr>
          <p:cNvPr id="522" name="Gráfico 521">
            <a:extLst>
              <a:ext uri="{FF2B5EF4-FFF2-40B4-BE49-F238E27FC236}">
                <a16:creationId xmlns:a16="http://schemas.microsoft.com/office/drawing/2014/main" id="{0CCFE1AB-7653-4A3B-9C1E-2E292EBCB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3891840" y="1833733"/>
            <a:ext cx="228600" cy="228600"/>
          </a:xfrm>
          <a:prstGeom prst="rect">
            <a:avLst/>
          </a:prstGeom>
        </p:spPr>
      </p:pic>
      <p:pic>
        <p:nvPicPr>
          <p:cNvPr id="524" name="Gráfico 523">
            <a:extLst>
              <a:ext uri="{FF2B5EF4-FFF2-40B4-BE49-F238E27FC236}">
                <a16:creationId xmlns:a16="http://schemas.microsoft.com/office/drawing/2014/main" id="{B15E77E6-4322-FE95-E7F5-F987D502D2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4177797" y="1821801"/>
            <a:ext cx="228600" cy="228600"/>
          </a:xfrm>
          <a:prstGeom prst="rect">
            <a:avLst/>
          </a:prstGeom>
        </p:spPr>
      </p:pic>
      <p:pic>
        <p:nvPicPr>
          <p:cNvPr id="526" name="Gráfico 525">
            <a:extLst>
              <a:ext uri="{FF2B5EF4-FFF2-40B4-BE49-F238E27FC236}">
                <a16:creationId xmlns:a16="http://schemas.microsoft.com/office/drawing/2014/main" id="{EE5D446E-82CF-FB7F-F130-E723B10F63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463754" y="1822429"/>
            <a:ext cx="228600" cy="228600"/>
          </a:xfrm>
          <a:prstGeom prst="rect">
            <a:avLst/>
          </a:prstGeom>
        </p:spPr>
      </p:pic>
      <p:pic>
        <p:nvPicPr>
          <p:cNvPr id="528" name="Gráfico 527">
            <a:extLst>
              <a:ext uri="{FF2B5EF4-FFF2-40B4-BE49-F238E27FC236}">
                <a16:creationId xmlns:a16="http://schemas.microsoft.com/office/drawing/2014/main" id="{6701F3FE-505A-EE45-0C30-40A76AEF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4749711" y="1834361"/>
            <a:ext cx="228600" cy="228600"/>
          </a:xfrm>
          <a:prstGeom prst="rect">
            <a:avLst/>
          </a:prstGeom>
        </p:spPr>
      </p:pic>
      <p:pic>
        <p:nvPicPr>
          <p:cNvPr id="530" name="Gráfico 529">
            <a:extLst>
              <a:ext uri="{FF2B5EF4-FFF2-40B4-BE49-F238E27FC236}">
                <a16:creationId xmlns:a16="http://schemas.microsoft.com/office/drawing/2014/main" id="{143A2D2A-324E-B519-B997-E24EC56BAC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5035668" y="1834989"/>
            <a:ext cx="228600" cy="228600"/>
          </a:xfrm>
          <a:prstGeom prst="rect">
            <a:avLst/>
          </a:prstGeom>
        </p:spPr>
      </p:pic>
      <p:pic>
        <p:nvPicPr>
          <p:cNvPr id="532" name="Gráfico 531">
            <a:extLst>
              <a:ext uri="{FF2B5EF4-FFF2-40B4-BE49-F238E27FC236}">
                <a16:creationId xmlns:a16="http://schemas.microsoft.com/office/drawing/2014/main" id="{9217B58C-B4C8-90B8-099C-00CB42A5F9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5321625" y="1835617"/>
            <a:ext cx="228600" cy="228600"/>
          </a:xfrm>
          <a:prstGeom prst="rect">
            <a:avLst/>
          </a:prstGeom>
        </p:spPr>
      </p:pic>
      <p:pic>
        <p:nvPicPr>
          <p:cNvPr id="534" name="Gráfico 533">
            <a:extLst>
              <a:ext uri="{FF2B5EF4-FFF2-40B4-BE49-F238E27FC236}">
                <a16:creationId xmlns:a16="http://schemas.microsoft.com/office/drawing/2014/main" id="{FBA0DC30-E85E-3333-E797-A5E802B36D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596879" y="1823057"/>
            <a:ext cx="228600" cy="228600"/>
          </a:xfrm>
          <a:prstGeom prst="rect">
            <a:avLst/>
          </a:prstGeom>
        </p:spPr>
      </p:pic>
      <p:pic>
        <p:nvPicPr>
          <p:cNvPr id="536" name="Gráfico 535">
            <a:extLst>
              <a:ext uri="{FF2B5EF4-FFF2-40B4-BE49-F238E27FC236}">
                <a16:creationId xmlns:a16="http://schemas.microsoft.com/office/drawing/2014/main" id="{61E1A5E9-364E-C02A-DBBD-1126ABFF81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5839113" y="1823685"/>
            <a:ext cx="228600" cy="228600"/>
          </a:xfrm>
          <a:prstGeom prst="rect">
            <a:avLst/>
          </a:prstGeom>
        </p:spPr>
      </p:pic>
      <p:pic>
        <p:nvPicPr>
          <p:cNvPr id="538" name="Gráfico 537">
            <a:extLst>
              <a:ext uri="{FF2B5EF4-FFF2-40B4-BE49-F238E27FC236}">
                <a16:creationId xmlns:a16="http://schemas.microsoft.com/office/drawing/2014/main" id="{08355D5E-2470-3E1F-6D57-1F9931A32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096000" y="1824313"/>
            <a:ext cx="228600" cy="228600"/>
          </a:xfrm>
          <a:prstGeom prst="rect">
            <a:avLst/>
          </a:prstGeom>
        </p:spPr>
      </p:pic>
      <p:pic>
        <p:nvPicPr>
          <p:cNvPr id="540" name="Gráfico 539">
            <a:extLst>
              <a:ext uri="{FF2B5EF4-FFF2-40B4-BE49-F238E27FC236}">
                <a16:creationId xmlns:a16="http://schemas.microsoft.com/office/drawing/2014/main" id="{06AABCBE-9379-85A5-985F-7016C3E4EC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6369454" y="1824941"/>
            <a:ext cx="228600" cy="228600"/>
          </a:xfrm>
          <a:prstGeom prst="rect">
            <a:avLst/>
          </a:prstGeom>
        </p:spPr>
      </p:pic>
      <p:pic>
        <p:nvPicPr>
          <p:cNvPr id="542" name="Gráfico 541">
            <a:extLst>
              <a:ext uri="{FF2B5EF4-FFF2-40B4-BE49-F238E27FC236}">
                <a16:creationId xmlns:a16="http://schemas.microsoft.com/office/drawing/2014/main" id="{086B3905-CACE-2D76-4238-3EB8060956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6648419" y="1825569"/>
            <a:ext cx="228600" cy="228600"/>
          </a:xfrm>
          <a:prstGeom prst="rect">
            <a:avLst/>
          </a:prstGeom>
        </p:spPr>
      </p:pic>
      <p:pic>
        <p:nvPicPr>
          <p:cNvPr id="544" name="Gráfico 543">
            <a:extLst>
              <a:ext uri="{FF2B5EF4-FFF2-40B4-BE49-F238E27FC236}">
                <a16:creationId xmlns:a16="http://schemas.microsoft.com/office/drawing/2014/main" id="{68E3974F-2EE8-BAAD-C537-78200C1E1F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6925346" y="1826197"/>
            <a:ext cx="228600" cy="228600"/>
          </a:xfrm>
          <a:prstGeom prst="rect">
            <a:avLst/>
          </a:prstGeom>
        </p:spPr>
      </p:pic>
      <p:pic>
        <p:nvPicPr>
          <p:cNvPr id="546" name="Gráfico 545">
            <a:extLst>
              <a:ext uri="{FF2B5EF4-FFF2-40B4-BE49-F238E27FC236}">
                <a16:creationId xmlns:a16="http://schemas.microsoft.com/office/drawing/2014/main" id="{A7A4ABEF-827D-F5EB-CEF2-651A757448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202273" y="1826825"/>
            <a:ext cx="228600" cy="228600"/>
          </a:xfrm>
          <a:prstGeom prst="rect">
            <a:avLst/>
          </a:prstGeom>
        </p:spPr>
      </p:pic>
      <p:pic>
        <p:nvPicPr>
          <p:cNvPr id="548" name="Gráfico 547">
            <a:extLst>
              <a:ext uri="{FF2B5EF4-FFF2-40B4-BE49-F238E27FC236}">
                <a16:creationId xmlns:a16="http://schemas.microsoft.com/office/drawing/2014/main" id="{FE679336-BDA5-22FE-5682-C4C44A1EE9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7479200" y="1827453"/>
            <a:ext cx="228600" cy="228600"/>
          </a:xfrm>
          <a:prstGeom prst="rect">
            <a:avLst/>
          </a:prstGeom>
        </p:spPr>
      </p:pic>
      <p:pic>
        <p:nvPicPr>
          <p:cNvPr id="550" name="Gráfico 549">
            <a:extLst>
              <a:ext uri="{FF2B5EF4-FFF2-40B4-BE49-F238E27FC236}">
                <a16:creationId xmlns:a16="http://schemas.microsoft.com/office/drawing/2014/main" id="{79871E3A-246E-3613-7F38-4A53505D74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756127" y="1828081"/>
            <a:ext cx="228600" cy="228600"/>
          </a:xfrm>
          <a:prstGeom prst="rect">
            <a:avLst/>
          </a:prstGeom>
        </p:spPr>
      </p:pic>
      <p:pic>
        <p:nvPicPr>
          <p:cNvPr id="552" name="Gráfico 551">
            <a:extLst>
              <a:ext uri="{FF2B5EF4-FFF2-40B4-BE49-F238E27FC236}">
                <a16:creationId xmlns:a16="http://schemas.microsoft.com/office/drawing/2014/main" id="{6161D3B3-2C21-5715-3094-F402A4FCF1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8031144" y="1828709"/>
            <a:ext cx="228600" cy="228600"/>
          </a:xfrm>
          <a:prstGeom prst="rect">
            <a:avLst/>
          </a:prstGeom>
        </p:spPr>
      </p:pic>
      <p:pic>
        <p:nvPicPr>
          <p:cNvPr id="554" name="Gráfico 553">
            <a:extLst>
              <a:ext uri="{FF2B5EF4-FFF2-40B4-BE49-F238E27FC236}">
                <a16:creationId xmlns:a16="http://schemas.microsoft.com/office/drawing/2014/main" id="{582F1223-8FD7-165A-9D2C-FBB57FB5B1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306161" y="1836245"/>
            <a:ext cx="228600" cy="228600"/>
          </a:xfrm>
          <a:prstGeom prst="rect">
            <a:avLst/>
          </a:prstGeom>
        </p:spPr>
      </p:pic>
      <p:pic>
        <p:nvPicPr>
          <p:cNvPr id="558" name="Gráfico 557">
            <a:extLst>
              <a:ext uri="{FF2B5EF4-FFF2-40B4-BE49-F238E27FC236}">
                <a16:creationId xmlns:a16="http://schemas.microsoft.com/office/drawing/2014/main" id="{86D90219-1C58-DF94-4A84-5D4AA63553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8563048" y="1829337"/>
            <a:ext cx="228600" cy="228600"/>
          </a:xfrm>
          <a:prstGeom prst="rect">
            <a:avLst/>
          </a:prstGeom>
        </p:spPr>
      </p:pic>
      <p:pic>
        <p:nvPicPr>
          <p:cNvPr id="560" name="Gráfico 559">
            <a:extLst>
              <a:ext uri="{FF2B5EF4-FFF2-40B4-BE49-F238E27FC236}">
                <a16:creationId xmlns:a16="http://schemas.microsoft.com/office/drawing/2014/main" id="{3F12A56C-8D4C-E9B3-98A9-57F20D6D97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8836502" y="1829965"/>
            <a:ext cx="228600" cy="228600"/>
          </a:xfrm>
          <a:prstGeom prst="rect">
            <a:avLst/>
          </a:prstGeom>
        </p:spPr>
      </p:pic>
      <p:pic>
        <p:nvPicPr>
          <p:cNvPr id="562" name="Gráfico 561">
            <a:extLst>
              <a:ext uri="{FF2B5EF4-FFF2-40B4-BE49-F238E27FC236}">
                <a16:creationId xmlns:a16="http://schemas.microsoft.com/office/drawing/2014/main" id="{74FB0AF0-AE12-AE0B-0756-9761ECD856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9109956" y="1816777"/>
            <a:ext cx="228600" cy="228600"/>
          </a:xfrm>
          <a:prstGeom prst="rect">
            <a:avLst/>
          </a:prstGeom>
        </p:spPr>
      </p:pic>
      <p:pic>
        <p:nvPicPr>
          <p:cNvPr id="564" name="Gráfico 563">
            <a:extLst>
              <a:ext uri="{FF2B5EF4-FFF2-40B4-BE49-F238E27FC236}">
                <a16:creationId xmlns:a16="http://schemas.microsoft.com/office/drawing/2014/main" id="{AD0B97EC-7AEE-66DE-3345-749160B904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9383410" y="1819917"/>
            <a:ext cx="228600" cy="228600"/>
          </a:xfrm>
          <a:prstGeom prst="rect">
            <a:avLst/>
          </a:prstGeom>
        </p:spPr>
      </p:pic>
      <p:pic>
        <p:nvPicPr>
          <p:cNvPr id="566" name="Gráfico 565">
            <a:extLst>
              <a:ext uri="{FF2B5EF4-FFF2-40B4-BE49-F238E27FC236}">
                <a16:creationId xmlns:a16="http://schemas.microsoft.com/office/drawing/2014/main" id="{F08E5B2F-1B66-3282-F591-A18A498FCF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9648069" y="1817405"/>
            <a:ext cx="228600" cy="228600"/>
          </a:xfrm>
          <a:prstGeom prst="rect">
            <a:avLst/>
          </a:prstGeom>
        </p:spPr>
      </p:pic>
      <p:pic>
        <p:nvPicPr>
          <p:cNvPr id="568" name="Gráfico 567">
            <a:extLst>
              <a:ext uri="{FF2B5EF4-FFF2-40B4-BE49-F238E27FC236}">
                <a16:creationId xmlns:a16="http://schemas.microsoft.com/office/drawing/2014/main" id="{3DDD17F0-C2F9-635D-24D1-481CBFE0BC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9911015" y="1818033"/>
            <a:ext cx="228600" cy="228600"/>
          </a:xfrm>
          <a:prstGeom prst="rect">
            <a:avLst/>
          </a:prstGeom>
        </p:spPr>
      </p:pic>
      <p:pic>
        <p:nvPicPr>
          <p:cNvPr id="570" name="Gráfico 569">
            <a:extLst>
              <a:ext uri="{FF2B5EF4-FFF2-40B4-BE49-F238E27FC236}">
                <a16:creationId xmlns:a16="http://schemas.microsoft.com/office/drawing/2014/main" id="{8CC640A5-8AB8-5A2E-C924-FB4FC9F020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0185827" y="1818661"/>
            <a:ext cx="228600" cy="228600"/>
          </a:xfrm>
          <a:prstGeom prst="rect">
            <a:avLst/>
          </a:prstGeom>
        </p:spPr>
      </p:pic>
      <p:pic>
        <p:nvPicPr>
          <p:cNvPr id="574" name="Gráfico 573">
            <a:extLst>
              <a:ext uri="{FF2B5EF4-FFF2-40B4-BE49-F238E27FC236}">
                <a16:creationId xmlns:a16="http://schemas.microsoft.com/office/drawing/2014/main" id="{01B78C2D-AE24-163A-B57F-DBE274FE9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467258" y="1819289"/>
            <a:ext cx="228600" cy="228600"/>
          </a:xfrm>
          <a:prstGeom prst="rect">
            <a:avLst/>
          </a:prstGeom>
        </p:spPr>
      </p:pic>
      <p:pic>
        <p:nvPicPr>
          <p:cNvPr id="578" name="Gráfico 577">
            <a:extLst>
              <a:ext uri="{FF2B5EF4-FFF2-40B4-BE49-F238E27FC236}">
                <a16:creationId xmlns:a16="http://schemas.microsoft.com/office/drawing/2014/main" id="{C6AF6A19-F850-1841-D97C-A6B614772C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263801" y="2213064"/>
            <a:ext cx="228600" cy="228600"/>
          </a:xfrm>
          <a:prstGeom prst="rect">
            <a:avLst/>
          </a:prstGeom>
        </p:spPr>
      </p:pic>
      <p:pic>
        <p:nvPicPr>
          <p:cNvPr id="580" name="Gráfico 579">
            <a:extLst>
              <a:ext uri="{FF2B5EF4-FFF2-40B4-BE49-F238E27FC236}">
                <a16:creationId xmlns:a16="http://schemas.microsoft.com/office/drawing/2014/main" id="{C11DB1AC-994C-B799-B536-C80382A943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1538265" y="2204860"/>
            <a:ext cx="228600" cy="228600"/>
          </a:xfrm>
          <a:prstGeom prst="rect">
            <a:avLst/>
          </a:prstGeom>
        </p:spPr>
      </p:pic>
      <p:pic>
        <p:nvPicPr>
          <p:cNvPr id="582" name="Gráfico 581">
            <a:extLst>
              <a:ext uri="{FF2B5EF4-FFF2-40B4-BE49-F238E27FC236}">
                <a16:creationId xmlns:a16="http://schemas.microsoft.com/office/drawing/2014/main" id="{0E4BCC52-E948-0841-BA62-A9DCF9F3F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812729" y="2206032"/>
            <a:ext cx="228600" cy="228600"/>
          </a:xfrm>
          <a:prstGeom prst="rect">
            <a:avLst/>
          </a:prstGeom>
        </p:spPr>
      </p:pic>
      <p:pic>
        <p:nvPicPr>
          <p:cNvPr id="584" name="Gráfico 583">
            <a:extLst>
              <a:ext uri="{FF2B5EF4-FFF2-40B4-BE49-F238E27FC236}">
                <a16:creationId xmlns:a16="http://schemas.microsoft.com/office/drawing/2014/main" id="{9F21E102-613B-1ECC-3CE1-CFCB9A61CD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2087193" y="2207204"/>
            <a:ext cx="228600" cy="228600"/>
          </a:xfrm>
          <a:prstGeom prst="rect">
            <a:avLst/>
          </a:prstGeom>
        </p:spPr>
      </p:pic>
      <p:pic>
        <p:nvPicPr>
          <p:cNvPr id="586" name="Gráfico 585">
            <a:extLst>
              <a:ext uri="{FF2B5EF4-FFF2-40B4-BE49-F238E27FC236}">
                <a16:creationId xmlns:a16="http://schemas.microsoft.com/office/drawing/2014/main" id="{BB89650E-4BF3-7977-5667-AE714ED67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2361657" y="2208376"/>
            <a:ext cx="228600" cy="228600"/>
          </a:xfrm>
          <a:prstGeom prst="rect">
            <a:avLst/>
          </a:prstGeom>
        </p:spPr>
      </p:pic>
      <p:pic>
        <p:nvPicPr>
          <p:cNvPr id="588" name="Gráfico 587">
            <a:extLst>
              <a:ext uri="{FF2B5EF4-FFF2-40B4-BE49-F238E27FC236}">
                <a16:creationId xmlns:a16="http://schemas.microsoft.com/office/drawing/2014/main" id="{3E38D5AA-7E70-B6B2-BB8A-ED210C4448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2636121" y="2209548"/>
            <a:ext cx="228600" cy="228600"/>
          </a:xfrm>
          <a:prstGeom prst="rect">
            <a:avLst/>
          </a:prstGeom>
        </p:spPr>
      </p:pic>
      <p:pic>
        <p:nvPicPr>
          <p:cNvPr id="590" name="Gráfico 589">
            <a:extLst>
              <a:ext uri="{FF2B5EF4-FFF2-40B4-BE49-F238E27FC236}">
                <a16:creationId xmlns:a16="http://schemas.microsoft.com/office/drawing/2014/main" id="{A08A9908-DDE3-A58A-FDD4-3E84E66E0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2910585" y="2210720"/>
            <a:ext cx="228600" cy="228600"/>
          </a:xfrm>
          <a:prstGeom prst="rect">
            <a:avLst/>
          </a:prstGeom>
        </p:spPr>
      </p:pic>
      <p:pic>
        <p:nvPicPr>
          <p:cNvPr id="592" name="Gráfico 591">
            <a:extLst>
              <a:ext uri="{FF2B5EF4-FFF2-40B4-BE49-F238E27FC236}">
                <a16:creationId xmlns:a16="http://schemas.microsoft.com/office/drawing/2014/main" id="{700B5626-91BF-9A23-2458-7029EE612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3185049" y="2215408"/>
            <a:ext cx="228600" cy="228600"/>
          </a:xfrm>
          <a:prstGeom prst="rect">
            <a:avLst/>
          </a:prstGeom>
        </p:spPr>
      </p:pic>
      <p:pic>
        <p:nvPicPr>
          <p:cNvPr id="594" name="Gráfico 593">
            <a:extLst>
              <a:ext uri="{FF2B5EF4-FFF2-40B4-BE49-F238E27FC236}">
                <a16:creationId xmlns:a16="http://schemas.microsoft.com/office/drawing/2014/main" id="{8B77AA18-98E9-4EB8-468D-76DC03B7D9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3459513" y="2211892"/>
            <a:ext cx="228600" cy="228600"/>
          </a:xfrm>
          <a:prstGeom prst="rect">
            <a:avLst/>
          </a:prstGeom>
        </p:spPr>
      </p:pic>
      <p:pic>
        <p:nvPicPr>
          <p:cNvPr id="596" name="Gráfico 595">
            <a:extLst>
              <a:ext uri="{FF2B5EF4-FFF2-40B4-BE49-F238E27FC236}">
                <a16:creationId xmlns:a16="http://schemas.microsoft.com/office/drawing/2014/main" id="{1049420A-EAC2-0712-82B2-DF6239760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3733977" y="2194312"/>
            <a:ext cx="228600" cy="228600"/>
          </a:xfrm>
          <a:prstGeom prst="rect">
            <a:avLst/>
          </a:prstGeom>
        </p:spPr>
      </p:pic>
      <p:pic>
        <p:nvPicPr>
          <p:cNvPr id="598" name="Gráfico 597">
            <a:extLst>
              <a:ext uri="{FF2B5EF4-FFF2-40B4-BE49-F238E27FC236}">
                <a16:creationId xmlns:a16="http://schemas.microsoft.com/office/drawing/2014/main" id="{AE24545D-FDB1-B156-746A-E82E7891D8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4008441" y="2195484"/>
            <a:ext cx="228600" cy="228600"/>
          </a:xfrm>
          <a:prstGeom prst="rect">
            <a:avLst/>
          </a:prstGeom>
        </p:spPr>
      </p:pic>
      <p:pic>
        <p:nvPicPr>
          <p:cNvPr id="600" name="Gráfico 599">
            <a:extLst>
              <a:ext uri="{FF2B5EF4-FFF2-40B4-BE49-F238E27FC236}">
                <a16:creationId xmlns:a16="http://schemas.microsoft.com/office/drawing/2014/main" id="{FCBA1E55-10F9-A775-E7EF-59F75C53D9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4282905" y="2196656"/>
            <a:ext cx="228600" cy="228600"/>
          </a:xfrm>
          <a:prstGeom prst="rect">
            <a:avLst/>
          </a:prstGeom>
        </p:spPr>
      </p:pic>
      <p:pic>
        <p:nvPicPr>
          <p:cNvPr id="602" name="Gráfico 601">
            <a:extLst>
              <a:ext uri="{FF2B5EF4-FFF2-40B4-BE49-F238E27FC236}">
                <a16:creationId xmlns:a16="http://schemas.microsoft.com/office/drawing/2014/main" id="{9016346E-559A-F692-8FEF-1272FA3DF9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4557369" y="2216580"/>
            <a:ext cx="228600" cy="228600"/>
          </a:xfrm>
          <a:prstGeom prst="rect">
            <a:avLst/>
          </a:prstGeom>
        </p:spPr>
      </p:pic>
      <p:pic>
        <p:nvPicPr>
          <p:cNvPr id="604" name="Gráfico 603">
            <a:extLst>
              <a:ext uri="{FF2B5EF4-FFF2-40B4-BE49-F238E27FC236}">
                <a16:creationId xmlns:a16="http://schemas.microsoft.com/office/drawing/2014/main" id="{419E6355-5999-1DA7-0DCB-2840B438EA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4831833" y="2197828"/>
            <a:ext cx="228600" cy="228600"/>
          </a:xfrm>
          <a:prstGeom prst="rect">
            <a:avLst/>
          </a:prstGeom>
        </p:spPr>
      </p:pic>
      <p:pic>
        <p:nvPicPr>
          <p:cNvPr id="606" name="Gráfico 605">
            <a:extLst>
              <a:ext uri="{FF2B5EF4-FFF2-40B4-BE49-F238E27FC236}">
                <a16:creationId xmlns:a16="http://schemas.microsoft.com/office/drawing/2014/main" id="{93DB2413-15C1-465D-AC1D-2603A9B41A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5106297" y="2217752"/>
            <a:ext cx="228600" cy="228600"/>
          </a:xfrm>
          <a:prstGeom prst="rect">
            <a:avLst/>
          </a:prstGeom>
        </p:spPr>
      </p:pic>
      <p:pic>
        <p:nvPicPr>
          <p:cNvPr id="610" name="Gráfico 609">
            <a:extLst>
              <a:ext uri="{FF2B5EF4-FFF2-40B4-BE49-F238E27FC236}">
                <a16:creationId xmlns:a16="http://schemas.microsoft.com/office/drawing/2014/main" id="{C5B8EE13-46A7-FDFA-561A-906A9E9B81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5380761" y="2218924"/>
            <a:ext cx="228600" cy="228600"/>
          </a:xfrm>
          <a:prstGeom prst="rect">
            <a:avLst/>
          </a:prstGeom>
        </p:spPr>
      </p:pic>
      <p:pic>
        <p:nvPicPr>
          <p:cNvPr id="612" name="Gráfico 611">
            <a:extLst>
              <a:ext uri="{FF2B5EF4-FFF2-40B4-BE49-F238E27FC236}">
                <a16:creationId xmlns:a16="http://schemas.microsoft.com/office/drawing/2014/main" id="{C35594D4-83BE-FE94-8B09-482A803E0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8"/>
              </a:ext>
            </a:extLst>
          </a:blip>
          <a:stretch>
            <a:fillRect/>
          </a:stretch>
        </p:blipFill>
        <p:spPr>
          <a:xfrm>
            <a:off x="5655225" y="2216584"/>
            <a:ext cx="228600" cy="228600"/>
          </a:xfrm>
          <a:prstGeom prst="rect">
            <a:avLst/>
          </a:prstGeom>
        </p:spPr>
      </p:pic>
      <p:pic>
        <p:nvPicPr>
          <p:cNvPr id="614" name="Gráfico 613">
            <a:extLst>
              <a:ext uri="{FF2B5EF4-FFF2-40B4-BE49-F238E27FC236}">
                <a16:creationId xmlns:a16="http://schemas.microsoft.com/office/drawing/2014/main" id="{29EF3F55-2A3E-0DAA-CA51-CFD24CCCCF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5929689" y="2200172"/>
            <a:ext cx="228600" cy="228600"/>
          </a:xfrm>
          <a:prstGeom prst="rect">
            <a:avLst/>
          </a:prstGeom>
        </p:spPr>
      </p:pic>
      <p:pic>
        <p:nvPicPr>
          <p:cNvPr id="616" name="Gráfico 615">
            <a:extLst>
              <a:ext uri="{FF2B5EF4-FFF2-40B4-BE49-F238E27FC236}">
                <a16:creationId xmlns:a16="http://schemas.microsoft.com/office/drawing/2014/main" id="{E0E4C12B-3EC4-72D7-312A-9211E015FD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0"/>
              </a:ext>
            </a:extLst>
          </a:blip>
          <a:stretch>
            <a:fillRect/>
          </a:stretch>
        </p:blipFill>
        <p:spPr>
          <a:xfrm>
            <a:off x="6204153" y="2201344"/>
            <a:ext cx="228600" cy="228600"/>
          </a:xfrm>
          <a:prstGeom prst="rect">
            <a:avLst/>
          </a:prstGeom>
        </p:spPr>
      </p:pic>
      <p:pic>
        <p:nvPicPr>
          <p:cNvPr id="622" name="Gráfico 621">
            <a:extLst>
              <a:ext uri="{FF2B5EF4-FFF2-40B4-BE49-F238E27FC236}">
                <a16:creationId xmlns:a16="http://schemas.microsoft.com/office/drawing/2014/main" id="{470BE4D5-5C89-EF66-5D2C-DF78A54BE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6478617" y="2220096"/>
            <a:ext cx="228600" cy="228600"/>
          </a:xfrm>
          <a:prstGeom prst="rect">
            <a:avLst/>
          </a:prstGeom>
        </p:spPr>
      </p:pic>
      <p:pic>
        <p:nvPicPr>
          <p:cNvPr id="624" name="Gráfico 623">
            <a:extLst>
              <a:ext uri="{FF2B5EF4-FFF2-40B4-BE49-F238E27FC236}">
                <a16:creationId xmlns:a16="http://schemas.microsoft.com/office/drawing/2014/main" id="{C9CBCFBB-1E2A-D865-62C1-8BD3EBB0AC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2"/>
              </a:ext>
            </a:extLst>
          </a:blip>
          <a:stretch>
            <a:fillRect/>
          </a:stretch>
        </p:blipFill>
        <p:spPr>
          <a:xfrm>
            <a:off x="6753081" y="2202516"/>
            <a:ext cx="228600" cy="228600"/>
          </a:xfrm>
          <a:prstGeom prst="rect">
            <a:avLst/>
          </a:prstGeom>
        </p:spPr>
      </p:pic>
      <p:pic>
        <p:nvPicPr>
          <p:cNvPr id="628" name="Gráfico 627">
            <a:extLst>
              <a:ext uri="{FF2B5EF4-FFF2-40B4-BE49-F238E27FC236}">
                <a16:creationId xmlns:a16="http://schemas.microsoft.com/office/drawing/2014/main" id="{BA5E5B1B-B63A-6322-0671-8195D7483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7027545" y="2221268"/>
            <a:ext cx="228600" cy="228600"/>
          </a:xfrm>
          <a:prstGeom prst="rect">
            <a:avLst/>
          </a:prstGeom>
        </p:spPr>
      </p:pic>
      <p:pic>
        <p:nvPicPr>
          <p:cNvPr id="630" name="Gráfico 629">
            <a:extLst>
              <a:ext uri="{FF2B5EF4-FFF2-40B4-BE49-F238E27FC236}">
                <a16:creationId xmlns:a16="http://schemas.microsoft.com/office/drawing/2014/main" id="{DD489992-E5CF-B9E1-7F6C-216FCC1D8C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4"/>
              </a:ext>
            </a:extLst>
          </a:blip>
          <a:stretch>
            <a:fillRect/>
          </a:stretch>
        </p:blipFill>
        <p:spPr>
          <a:xfrm>
            <a:off x="7302009" y="2203688"/>
            <a:ext cx="228600" cy="228600"/>
          </a:xfrm>
          <a:prstGeom prst="rect">
            <a:avLst/>
          </a:prstGeom>
        </p:spPr>
      </p:pic>
      <p:pic>
        <p:nvPicPr>
          <p:cNvPr id="634" name="Gráfico 633">
            <a:extLst>
              <a:ext uri="{FF2B5EF4-FFF2-40B4-BE49-F238E27FC236}">
                <a16:creationId xmlns:a16="http://schemas.microsoft.com/office/drawing/2014/main" id="{4846BE16-DF71-94C1-D9BC-EF1C03C740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7576473" y="2222440"/>
            <a:ext cx="228600" cy="228600"/>
          </a:xfrm>
          <a:prstGeom prst="rect">
            <a:avLst/>
          </a:prstGeom>
        </p:spPr>
      </p:pic>
      <p:pic>
        <p:nvPicPr>
          <p:cNvPr id="636" name="Gráfico 635">
            <a:extLst>
              <a:ext uri="{FF2B5EF4-FFF2-40B4-BE49-F238E27FC236}">
                <a16:creationId xmlns:a16="http://schemas.microsoft.com/office/drawing/2014/main" id="{DF16E930-BF9D-6A5D-A63B-E087C77DD4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6"/>
              </a:ext>
            </a:extLst>
          </a:blip>
          <a:stretch>
            <a:fillRect/>
          </a:stretch>
        </p:blipFill>
        <p:spPr>
          <a:xfrm>
            <a:off x="7850937" y="2214236"/>
            <a:ext cx="228600" cy="228600"/>
          </a:xfrm>
          <a:prstGeom prst="rect">
            <a:avLst/>
          </a:prstGeom>
        </p:spPr>
      </p:pic>
      <p:pic>
        <p:nvPicPr>
          <p:cNvPr id="638" name="Gráfico 637">
            <a:extLst>
              <a:ext uri="{FF2B5EF4-FFF2-40B4-BE49-F238E27FC236}">
                <a16:creationId xmlns:a16="http://schemas.microsoft.com/office/drawing/2014/main" id="{C6D11F05-3FD1-6D24-F493-35D5756600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8125401" y="2225956"/>
            <a:ext cx="228600" cy="228600"/>
          </a:xfrm>
          <a:prstGeom prst="rect">
            <a:avLst/>
          </a:prstGeom>
        </p:spPr>
      </p:pic>
      <p:pic>
        <p:nvPicPr>
          <p:cNvPr id="640" name="Gráfico 639">
            <a:extLst>
              <a:ext uri="{FF2B5EF4-FFF2-40B4-BE49-F238E27FC236}">
                <a16:creationId xmlns:a16="http://schemas.microsoft.com/office/drawing/2014/main" id="{39D318F7-254C-C8BF-BEAE-95E82B4AB9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8"/>
              </a:ext>
            </a:extLst>
          </a:blip>
          <a:stretch>
            <a:fillRect/>
          </a:stretch>
        </p:blipFill>
        <p:spPr>
          <a:xfrm>
            <a:off x="8399865" y="2227128"/>
            <a:ext cx="228600" cy="228600"/>
          </a:xfrm>
          <a:prstGeom prst="rect">
            <a:avLst/>
          </a:prstGeom>
        </p:spPr>
      </p:pic>
      <p:pic>
        <p:nvPicPr>
          <p:cNvPr id="642" name="Gráfico 641">
            <a:extLst>
              <a:ext uri="{FF2B5EF4-FFF2-40B4-BE49-F238E27FC236}">
                <a16:creationId xmlns:a16="http://schemas.microsoft.com/office/drawing/2014/main" id="{91F2F8B8-282C-B26D-250D-5368204E02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8674329" y="2228309"/>
            <a:ext cx="228600" cy="228600"/>
          </a:xfrm>
          <a:prstGeom prst="rect">
            <a:avLst/>
          </a:prstGeom>
        </p:spPr>
      </p:pic>
      <p:pic>
        <p:nvPicPr>
          <p:cNvPr id="644" name="Gráfico 643">
            <a:extLst>
              <a:ext uri="{FF2B5EF4-FFF2-40B4-BE49-F238E27FC236}">
                <a16:creationId xmlns:a16="http://schemas.microsoft.com/office/drawing/2014/main" id="{6C6BDA7E-98FA-C451-D15F-0A29251048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0"/>
              </a:ext>
            </a:extLst>
          </a:blip>
          <a:stretch>
            <a:fillRect/>
          </a:stretch>
        </p:blipFill>
        <p:spPr>
          <a:xfrm>
            <a:off x="8948793" y="2224784"/>
            <a:ext cx="228600" cy="228600"/>
          </a:xfrm>
          <a:prstGeom prst="rect">
            <a:avLst/>
          </a:prstGeom>
        </p:spPr>
      </p:pic>
      <p:pic>
        <p:nvPicPr>
          <p:cNvPr id="646" name="Gráfico 645">
            <a:extLst>
              <a:ext uri="{FF2B5EF4-FFF2-40B4-BE49-F238E27FC236}">
                <a16:creationId xmlns:a16="http://schemas.microsoft.com/office/drawing/2014/main" id="{5BDFC72D-116C-2504-E4CE-84CB218149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9223257" y="2223612"/>
            <a:ext cx="228600" cy="228600"/>
          </a:xfrm>
          <a:prstGeom prst="rect">
            <a:avLst/>
          </a:prstGeom>
        </p:spPr>
      </p:pic>
      <p:pic>
        <p:nvPicPr>
          <p:cNvPr id="650" name="Gráfico 649">
            <a:extLst>
              <a:ext uri="{FF2B5EF4-FFF2-40B4-BE49-F238E27FC236}">
                <a16:creationId xmlns:a16="http://schemas.microsoft.com/office/drawing/2014/main" id="{E5EE00DF-6E80-6908-B118-6D5FF1380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2"/>
              </a:ext>
            </a:extLst>
          </a:blip>
          <a:stretch>
            <a:fillRect/>
          </a:stretch>
        </p:blipFill>
        <p:spPr>
          <a:xfrm>
            <a:off x="9497710" y="2193140"/>
            <a:ext cx="228600" cy="228600"/>
          </a:xfrm>
          <a:prstGeom prst="rect">
            <a:avLst/>
          </a:prstGeom>
        </p:spPr>
      </p:pic>
      <p:pic>
        <p:nvPicPr>
          <p:cNvPr id="652" name="Gráfico 651">
            <a:extLst>
              <a:ext uri="{FF2B5EF4-FFF2-40B4-BE49-F238E27FC236}">
                <a16:creationId xmlns:a16="http://schemas.microsoft.com/office/drawing/2014/main" id="{C2F10BB3-6146-4D6D-4386-890D3C238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9818027" y="2196904"/>
            <a:ext cx="228600" cy="228600"/>
          </a:xfrm>
          <a:prstGeom prst="rect">
            <a:avLst/>
          </a:prstGeom>
        </p:spPr>
      </p:pic>
      <p:pic>
        <p:nvPicPr>
          <p:cNvPr id="654" name="Gráfico 653">
            <a:extLst>
              <a:ext uri="{FF2B5EF4-FFF2-40B4-BE49-F238E27FC236}">
                <a16:creationId xmlns:a16="http://schemas.microsoft.com/office/drawing/2014/main" id="{8652C365-576B-48CE-9EDD-0F7ECBD16D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4"/>
              </a:ext>
            </a:extLst>
          </a:blip>
          <a:stretch>
            <a:fillRect/>
          </a:stretch>
        </p:blipFill>
        <p:spPr>
          <a:xfrm>
            <a:off x="10083250" y="2194312"/>
            <a:ext cx="228600" cy="228600"/>
          </a:xfrm>
          <a:prstGeom prst="rect">
            <a:avLst/>
          </a:prstGeom>
        </p:spPr>
      </p:pic>
      <p:pic>
        <p:nvPicPr>
          <p:cNvPr id="656" name="Gráfico 655">
            <a:extLst>
              <a:ext uri="{FF2B5EF4-FFF2-40B4-BE49-F238E27FC236}">
                <a16:creationId xmlns:a16="http://schemas.microsoft.com/office/drawing/2014/main" id="{8D1413AA-0D91-7729-786B-389D03BE8D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0352958" y="2187903"/>
            <a:ext cx="228600" cy="228600"/>
          </a:xfrm>
          <a:prstGeom prst="rect">
            <a:avLst/>
          </a:prstGeom>
        </p:spPr>
      </p:pic>
      <p:pic>
        <p:nvPicPr>
          <p:cNvPr id="658" name="Gráfico 657">
            <a:extLst>
              <a:ext uri="{FF2B5EF4-FFF2-40B4-BE49-F238E27FC236}">
                <a16:creationId xmlns:a16="http://schemas.microsoft.com/office/drawing/2014/main" id="{9FEB487C-970B-5267-470E-78346D6B60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6"/>
              </a:ext>
            </a:extLst>
          </a:blip>
          <a:stretch>
            <a:fillRect/>
          </a:stretch>
        </p:blipFill>
        <p:spPr>
          <a:xfrm>
            <a:off x="10647873" y="2194312"/>
            <a:ext cx="228600" cy="228600"/>
          </a:xfrm>
          <a:prstGeom prst="rect">
            <a:avLst/>
          </a:prstGeom>
        </p:spPr>
      </p:pic>
      <p:pic>
        <p:nvPicPr>
          <p:cNvPr id="660" name="Gráfico 659">
            <a:extLst>
              <a:ext uri="{FF2B5EF4-FFF2-40B4-BE49-F238E27FC236}">
                <a16:creationId xmlns:a16="http://schemas.microsoft.com/office/drawing/2014/main" id="{3651D903-4BAF-17CF-51D3-CFA8BF5C59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10718043" y="1793539"/>
            <a:ext cx="228600" cy="228600"/>
          </a:xfrm>
          <a:prstGeom prst="rect">
            <a:avLst/>
          </a:prstGeom>
        </p:spPr>
      </p:pic>
      <p:pic>
        <p:nvPicPr>
          <p:cNvPr id="662" name="Gráfico 661">
            <a:extLst>
              <a:ext uri="{FF2B5EF4-FFF2-40B4-BE49-F238E27FC236}">
                <a16:creationId xmlns:a16="http://schemas.microsoft.com/office/drawing/2014/main" id="{F0F1688F-353E-FC67-4F17-275E4C5C7C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8"/>
              </a:ext>
            </a:extLst>
          </a:blip>
          <a:stretch>
            <a:fillRect/>
          </a:stretch>
        </p:blipFill>
        <p:spPr>
          <a:xfrm>
            <a:off x="1254771" y="2578543"/>
            <a:ext cx="228600" cy="228600"/>
          </a:xfrm>
          <a:prstGeom prst="rect">
            <a:avLst/>
          </a:prstGeom>
        </p:spPr>
      </p:pic>
      <p:pic>
        <p:nvPicPr>
          <p:cNvPr id="664" name="Gráfico 663">
            <a:extLst>
              <a:ext uri="{FF2B5EF4-FFF2-40B4-BE49-F238E27FC236}">
                <a16:creationId xmlns:a16="http://schemas.microsoft.com/office/drawing/2014/main" id="{AF87F9CC-09D1-620F-F6B8-0D1901735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1542071" y="2572810"/>
            <a:ext cx="228600" cy="228600"/>
          </a:xfrm>
          <a:prstGeom prst="rect">
            <a:avLst/>
          </a:prstGeom>
        </p:spPr>
      </p:pic>
      <p:pic>
        <p:nvPicPr>
          <p:cNvPr id="666" name="Gráfico 665">
            <a:extLst>
              <a:ext uri="{FF2B5EF4-FFF2-40B4-BE49-F238E27FC236}">
                <a16:creationId xmlns:a16="http://schemas.microsoft.com/office/drawing/2014/main" id="{81A23392-2556-D108-828B-8CD093592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0"/>
              </a:ext>
            </a:extLst>
          </a:blip>
          <a:stretch>
            <a:fillRect/>
          </a:stretch>
        </p:blipFill>
        <p:spPr>
          <a:xfrm>
            <a:off x="1829371" y="2551789"/>
            <a:ext cx="228600" cy="228600"/>
          </a:xfrm>
          <a:prstGeom prst="rect">
            <a:avLst/>
          </a:prstGeom>
        </p:spPr>
      </p:pic>
      <p:pic>
        <p:nvPicPr>
          <p:cNvPr id="668" name="Gráfico 667">
            <a:extLst>
              <a:ext uri="{FF2B5EF4-FFF2-40B4-BE49-F238E27FC236}">
                <a16:creationId xmlns:a16="http://schemas.microsoft.com/office/drawing/2014/main" id="{99325976-554C-28EE-42E6-CCE79E8428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2116671" y="2574721"/>
            <a:ext cx="228600" cy="228600"/>
          </a:xfrm>
          <a:prstGeom prst="rect">
            <a:avLst/>
          </a:prstGeom>
        </p:spPr>
      </p:pic>
      <p:pic>
        <p:nvPicPr>
          <p:cNvPr id="670" name="Gráfico 669">
            <a:extLst>
              <a:ext uri="{FF2B5EF4-FFF2-40B4-BE49-F238E27FC236}">
                <a16:creationId xmlns:a16="http://schemas.microsoft.com/office/drawing/2014/main" id="{1904B15E-09A1-EF14-DAFB-06A8C989B5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2"/>
              </a:ext>
            </a:extLst>
          </a:blip>
          <a:stretch>
            <a:fillRect/>
          </a:stretch>
        </p:blipFill>
        <p:spPr>
          <a:xfrm>
            <a:off x="2403971" y="2559433"/>
            <a:ext cx="228600" cy="228600"/>
          </a:xfrm>
          <a:prstGeom prst="rect">
            <a:avLst/>
          </a:prstGeom>
        </p:spPr>
      </p:pic>
      <p:pic>
        <p:nvPicPr>
          <p:cNvPr id="672" name="Gráfico 671">
            <a:extLst>
              <a:ext uri="{FF2B5EF4-FFF2-40B4-BE49-F238E27FC236}">
                <a16:creationId xmlns:a16="http://schemas.microsoft.com/office/drawing/2014/main" id="{6B0EB6A7-77BD-2048-F085-3C2BBC497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2691271" y="2561344"/>
            <a:ext cx="228600" cy="228600"/>
          </a:xfrm>
          <a:prstGeom prst="rect">
            <a:avLst/>
          </a:prstGeom>
        </p:spPr>
      </p:pic>
      <p:pic>
        <p:nvPicPr>
          <p:cNvPr id="674" name="Gráfico 673">
            <a:extLst>
              <a:ext uri="{FF2B5EF4-FFF2-40B4-BE49-F238E27FC236}">
                <a16:creationId xmlns:a16="http://schemas.microsoft.com/office/drawing/2014/main" id="{424696CF-5750-8C3A-5E76-00784DBAFD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4"/>
              </a:ext>
            </a:extLst>
          </a:blip>
          <a:stretch>
            <a:fillRect/>
          </a:stretch>
        </p:blipFill>
        <p:spPr>
          <a:xfrm>
            <a:off x="2978571" y="2563255"/>
            <a:ext cx="228600" cy="228600"/>
          </a:xfrm>
          <a:prstGeom prst="rect">
            <a:avLst/>
          </a:prstGeom>
        </p:spPr>
      </p:pic>
      <p:pic>
        <p:nvPicPr>
          <p:cNvPr id="676" name="Gráfico 675">
            <a:extLst>
              <a:ext uri="{FF2B5EF4-FFF2-40B4-BE49-F238E27FC236}">
                <a16:creationId xmlns:a16="http://schemas.microsoft.com/office/drawing/2014/main" id="{7D92F5BF-139A-2F96-EABB-B367C71666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3265871" y="2565166"/>
            <a:ext cx="228600" cy="228600"/>
          </a:xfrm>
          <a:prstGeom prst="rect">
            <a:avLst/>
          </a:prstGeom>
        </p:spPr>
      </p:pic>
      <p:pic>
        <p:nvPicPr>
          <p:cNvPr id="678" name="Gráfico 677">
            <a:extLst>
              <a:ext uri="{FF2B5EF4-FFF2-40B4-BE49-F238E27FC236}">
                <a16:creationId xmlns:a16="http://schemas.microsoft.com/office/drawing/2014/main" id="{D01739F3-81F2-AC03-2431-C9226DF949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6"/>
              </a:ext>
            </a:extLst>
          </a:blip>
          <a:stretch>
            <a:fillRect/>
          </a:stretch>
        </p:blipFill>
        <p:spPr>
          <a:xfrm>
            <a:off x="3553171" y="2576632"/>
            <a:ext cx="228600" cy="228600"/>
          </a:xfrm>
          <a:prstGeom prst="rect">
            <a:avLst/>
          </a:prstGeom>
        </p:spPr>
      </p:pic>
      <p:pic>
        <p:nvPicPr>
          <p:cNvPr id="680" name="Gráfico 679">
            <a:extLst>
              <a:ext uri="{FF2B5EF4-FFF2-40B4-BE49-F238E27FC236}">
                <a16:creationId xmlns:a16="http://schemas.microsoft.com/office/drawing/2014/main" id="{ABE2C088-6147-5D27-CF8A-2A9EE747A1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3840471" y="2580463"/>
            <a:ext cx="228600" cy="228600"/>
          </a:xfrm>
          <a:prstGeom prst="rect">
            <a:avLst/>
          </a:prstGeom>
        </p:spPr>
      </p:pic>
      <p:pic>
        <p:nvPicPr>
          <p:cNvPr id="682" name="Gráfico 681">
            <a:extLst>
              <a:ext uri="{FF2B5EF4-FFF2-40B4-BE49-F238E27FC236}">
                <a16:creationId xmlns:a16="http://schemas.microsoft.com/office/drawing/2014/main" id="{BDCB5629-F7F8-D9AD-E163-2BCEADD189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8"/>
              </a:ext>
            </a:extLst>
          </a:blip>
          <a:stretch>
            <a:fillRect/>
          </a:stretch>
        </p:blipFill>
        <p:spPr>
          <a:xfrm>
            <a:off x="4127771" y="2567077"/>
            <a:ext cx="228600" cy="228600"/>
          </a:xfrm>
          <a:prstGeom prst="rect">
            <a:avLst/>
          </a:prstGeom>
        </p:spPr>
      </p:pic>
      <p:pic>
        <p:nvPicPr>
          <p:cNvPr id="684" name="Gráfico 683">
            <a:extLst>
              <a:ext uri="{FF2B5EF4-FFF2-40B4-BE49-F238E27FC236}">
                <a16:creationId xmlns:a16="http://schemas.microsoft.com/office/drawing/2014/main" id="{BD5E1E4E-B892-4CAA-1A33-9FCC9EF80C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4415071" y="2568988"/>
            <a:ext cx="228600" cy="228600"/>
          </a:xfrm>
          <a:prstGeom prst="rect">
            <a:avLst/>
          </a:prstGeom>
        </p:spPr>
      </p:pic>
      <p:pic>
        <p:nvPicPr>
          <p:cNvPr id="686" name="Gráfico 685">
            <a:extLst>
              <a:ext uri="{FF2B5EF4-FFF2-40B4-BE49-F238E27FC236}">
                <a16:creationId xmlns:a16="http://schemas.microsoft.com/office/drawing/2014/main" id="{3F7AB259-FF53-D704-02A3-5341DEA824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0"/>
              </a:ext>
            </a:extLst>
          </a:blip>
          <a:stretch>
            <a:fillRect/>
          </a:stretch>
        </p:blipFill>
        <p:spPr>
          <a:xfrm>
            <a:off x="4702371" y="2547967"/>
            <a:ext cx="228600" cy="228600"/>
          </a:xfrm>
          <a:prstGeom prst="rect">
            <a:avLst/>
          </a:prstGeom>
        </p:spPr>
      </p:pic>
      <p:pic>
        <p:nvPicPr>
          <p:cNvPr id="688" name="Gráfico 687">
            <a:extLst>
              <a:ext uri="{FF2B5EF4-FFF2-40B4-BE49-F238E27FC236}">
                <a16:creationId xmlns:a16="http://schemas.microsoft.com/office/drawing/2014/main" id="{093B9311-87E4-A40D-915E-594DEB038D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4989671" y="2570899"/>
            <a:ext cx="228600" cy="228600"/>
          </a:xfrm>
          <a:prstGeom prst="rect">
            <a:avLst/>
          </a:prstGeom>
        </p:spPr>
      </p:pic>
      <p:pic>
        <p:nvPicPr>
          <p:cNvPr id="690" name="Gráfico 689">
            <a:extLst>
              <a:ext uri="{FF2B5EF4-FFF2-40B4-BE49-F238E27FC236}">
                <a16:creationId xmlns:a16="http://schemas.microsoft.com/office/drawing/2014/main" id="{1ED82ADB-DDA7-CDDE-987B-ECD19EB53A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2"/>
              </a:ext>
            </a:extLst>
          </a:blip>
          <a:stretch>
            <a:fillRect/>
          </a:stretch>
        </p:blipFill>
        <p:spPr>
          <a:xfrm>
            <a:off x="5276971" y="2549878"/>
            <a:ext cx="228600" cy="228600"/>
          </a:xfrm>
          <a:prstGeom prst="rect">
            <a:avLst/>
          </a:prstGeom>
        </p:spPr>
      </p:pic>
      <p:pic>
        <p:nvPicPr>
          <p:cNvPr id="692" name="Gráfico 691">
            <a:extLst>
              <a:ext uri="{FF2B5EF4-FFF2-40B4-BE49-F238E27FC236}">
                <a16:creationId xmlns:a16="http://schemas.microsoft.com/office/drawing/2014/main" id="{CB3ED74C-4A24-CC07-2896-821865D3E2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5564271" y="2540323"/>
            <a:ext cx="228600" cy="228600"/>
          </a:xfrm>
          <a:prstGeom prst="rect">
            <a:avLst/>
          </a:prstGeom>
        </p:spPr>
      </p:pic>
      <p:pic>
        <p:nvPicPr>
          <p:cNvPr id="694" name="Gráfico 693">
            <a:extLst>
              <a:ext uri="{FF2B5EF4-FFF2-40B4-BE49-F238E27FC236}">
                <a16:creationId xmlns:a16="http://schemas.microsoft.com/office/drawing/2014/main" id="{40517BCE-789F-DC9C-4C75-CAAF9B1F56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4"/>
              </a:ext>
            </a:extLst>
          </a:blip>
          <a:stretch>
            <a:fillRect/>
          </a:stretch>
        </p:blipFill>
        <p:spPr>
          <a:xfrm>
            <a:off x="5851571" y="2546056"/>
            <a:ext cx="228600" cy="228600"/>
          </a:xfrm>
          <a:prstGeom prst="rect">
            <a:avLst/>
          </a:prstGeom>
        </p:spPr>
      </p:pic>
      <p:pic>
        <p:nvPicPr>
          <p:cNvPr id="696" name="Gráfico 695">
            <a:extLst>
              <a:ext uri="{FF2B5EF4-FFF2-40B4-BE49-F238E27FC236}">
                <a16:creationId xmlns:a16="http://schemas.microsoft.com/office/drawing/2014/main" id="{78ACB558-FAB2-1A66-986B-1ACD28C37E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6138871" y="2542234"/>
            <a:ext cx="228600" cy="228600"/>
          </a:xfrm>
          <a:prstGeom prst="rect">
            <a:avLst/>
          </a:prstGeom>
        </p:spPr>
      </p:pic>
      <p:pic>
        <p:nvPicPr>
          <p:cNvPr id="698" name="Gráfico 697">
            <a:extLst>
              <a:ext uri="{FF2B5EF4-FFF2-40B4-BE49-F238E27FC236}">
                <a16:creationId xmlns:a16="http://schemas.microsoft.com/office/drawing/2014/main" id="{871FDD38-E9AA-95F1-E870-00299DD45A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6"/>
              </a:ext>
            </a:extLst>
          </a:blip>
          <a:stretch>
            <a:fillRect/>
          </a:stretch>
        </p:blipFill>
        <p:spPr>
          <a:xfrm>
            <a:off x="6426171" y="2553700"/>
            <a:ext cx="228600" cy="228600"/>
          </a:xfrm>
          <a:prstGeom prst="rect">
            <a:avLst/>
          </a:prstGeom>
        </p:spPr>
      </p:pic>
      <p:pic>
        <p:nvPicPr>
          <p:cNvPr id="700" name="Gráfico 699">
            <a:extLst>
              <a:ext uri="{FF2B5EF4-FFF2-40B4-BE49-F238E27FC236}">
                <a16:creationId xmlns:a16="http://schemas.microsoft.com/office/drawing/2014/main" id="{1615D61F-2C42-3C71-4712-2208C9F4AD0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6713471" y="2555611"/>
            <a:ext cx="228600" cy="228600"/>
          </a:xfrm>
          <a:prstGeom prst="rect">
            <a:avLst/>
          </a:prstGeom>
        </p:spPr>
      </p:pic>
      <p:pic>
        <p:nvPicPr>
          <p:cNvPr id="702" name="Gráfico 701">
            <a:extLst>
              <a:ext uri="{FF2B5EF4-FFF2-40B4-BE49-F238E27FC236}">
                <a16:creationId xmlns:a16="http://schemas.microsoft.com/office/drawing/2014/main" id="{DDA26F3F-9A10-89B1-E737-D6D796766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8"/>
              </a:ext>
            </a:extLst>
          </a:blip>
          <a:stretch>
            <a:fillRect/>
          </a:stretch>
        </p:blipFill>
        <p:spPr>
          <a:xfrm>
            <a:off x="7000771" y="2554085"/>
            <a:ext cx="228600" cy="228600"/>
          </a:xfrm>
          <a:prstGeom prst="rect">
            <a:avLst/>
          </a:prstGeom>
        </p:spPr>
      </p:pic>
      <p:pic>
        <p:nvPicPr>
          <p:cNvPr id="704" name="Gráfico 703">
            <a:extLst>
              <a:ext uri="{FF2B5EF4-FFF2-40B4-BE49-F238E27FC236}">
                <a16:creationId xmlns:a16="http://schemas.microsoft.com/office/drawing/2014/main" id="{B4A9A0A6-E05C-221C-8839-C65F50B52C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7288071" y="2544145"/>
            <a:ext cx="228600" cy="228600"/>
          </a:xfrm>
          <a:prstGeom prst="rect">
            <a:avLst/>
          </a:prstGeom>
        </p:spPr>
      </p:pic>
      <p:pic>
        <p:nvPicPr>
          <p:cNvPr id="706" name="Gráfico 705">
            <a:extLst>
              <a:ext uri="{FF2B5EF4-FFF2-40B4-BE49-F238E27FC236}">
                <a16:creationId xmlns:a16="http://schemas.microsoft.com/office/drawing/2014/main" id="{C3AA536D-DB9A-09D7-706A-FBAD908D71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0"/>
              </a:ext>
            </a:extLst>
          </a:blip>
          <a:stretch>
            <a:fillRect/>
          </a:stretch>
        </p:blipFill>
        <p:spPr>
          <a:xfrm>
            <a:off x="7575371" y="2538412"/>
            <a:ext cx="228600" cy="228600"/>
          </a:xfrm>
          <a:prstGeom prst="rect">
            <a:avLst/>
          </a:prstGeom>
        </p:spPr>
      </p:pic>
      <p:pic>
        <p:nvPicPr>
          <p:cNvPr id="708" name="Gráfico 707">
            <a:extLst>
              <a:ext uri="{FF2B5EF4-FFF2-40B4-BE49-F238E27FC236}">
                <a16:creationId xmlns:a16="http://schemas.microsoft.com/office/drawing/2014/main" id="{0D1D19D9-6C7C-6F03-A30A-441313BBE8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7862660" y="2557522"/>
            <a:ext cx="228600" cy="228600"/>
          </a:xfrm>
          <a:prstGeom prst="rect">
            <a:avLst/>
          </a:prstGeom>
        </p:spPr>
      </p:pic>
      <p:pic>
        <p:nvPicPr>
          <p:cNvPr id="710" name="Gráfico 709">
            <a:extLst>
              <a:ext uri="{FF2B5EF4-FFF2-40B4-BE49-F238E27FC236}">
                <a16:creationId xmlns:a16="http://schemas.microsoft.com/office/drawing/2014/main" id="{C338B1A6-8B20-01AF-394E-A364E06E4A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2"/>
              </a:ext>
            </a:extLst>
          </a:blip>
          <a:stretch>
            <a:fillRect/>
          </a:stretch>
        </p:blipFill>
        <p:spPr>
          <a:xfrm>
            <a:off x="8147284" y="2531908"/>
            <a:ext cx="228600" cy="228600"/>
          </a:xfrm>
          <a:prstGeom prst="rect">
            <a:avLst/>
          </a:prstGeom>
        </p:spPr>
      </p:pic>
      <p:pic>
        <p:nvPicPr>
          <p:cNvPr id="714" name="Gráfico 713">
            <a:extLst>
              <a:ext uri="{FF2B5EF4-FFF2-40B4-BE49-F238E27FC236}">
                <a16:creationId xmlns:a16="http://schemas.microsoft.com/office/drawing/2014/main" id="{1AD1F807-01F1-8C6A-9808-FB9617EFEF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8471668" y="2531908"/>
            <a:ext cx="228600" cy="228600"/>
          </a:xfrm>
          <a:prstGeom prst="rect">
            <a:avLst/>
          </a:prstGeom>
        </p:spPr>
      </p:pic>
      <p:pic>
        <p:nvPicPr>
          <p:cNvPr id="716" name="Gráfico 715">
            <a:extLst>
              <a:ext uri="{FF2B5EF4-FFF2-40B4-BE49-F238E27FC236}">
                <a16:creationId xmlns:a16="http://schemas.microsoft.com/office/drawing/2014/main" id="{2630702F-6F86-17D0-9766-8F8604287D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4"/>
              </a:ext>
            </a:extLst>
          </a:blip>
          <a:stretch>
            <a:fillRect/>
          </a:stretch>
        </p:blipFill>
        <p:spPr>
          <a:xfrm>
            <a:off x="8751112" y="2549493"/>
            <a:ext cx="228600" cy="228600"/>
          </a:xfrm>
          <a:prstGeom prst="rect">
            <a:avLst/>
          </a:prstGeom>
        </p:spPr>
      </p:pic>
      <p:pic>
        <p:nvPicPr>
          <p:cNvPr id="720" name="Gráfico 719">
            <a:extLst>
              <a:ext uri="{FF2B5EF4-FFF2-40B4-BE49-F238E27FC236}">
                <a16:creationId xmlns:a16="http://schemas.microsoft.com/office/drawing/2014/main" id="{69A658F0-91BD-9F18-1BC7-09AA24F2F0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9035736" y="2546056"/>
            <a:ext cx="228600" cy="228600"/>
          </a:xfrm>
          <a:prstGeom prst="rect">
            <a:avLst/>
          </a:prstGeom>
        </p:spPr>
      </p:pic>
      <p:pic>
        <p:nvPicPr>
          <p:cNvPr id="722" name="Gráfico 721">
            <a:extLst>
              <a:ext uri="{FF2B5EF4-FFF2-40B4-BE49-F238E27FC236}">
                <a16:creationId xmlns:a16="http://schemas.microsoft.com/office/drawing/2014/main" id="{C9E03798-2598-913E-361D-E89370ABB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6"/>
              </a:ext>
            </a:extLst>
          </a:blip>
          <a:stretch>
            <a:fillRect/>
          </a:stretch>
        </p:blipFill>
        <p:spPr>
          <a:xfrm>
            <a:off x="9320360" y="2531908"/>
            <a:ext cx="228600" cy="228600"/>
          </a:xfrm>
          <a:prstGeom prst="rect">
            <a:avLst/>
          </a:prstGeom>
        </p:spPr>
      </p:pic>
      <p:pic>
        <p:nvPicPr>
          <p:cNvPr id="726" name="Gráfico 725">
            <a:extLst>
              <a:ext uri="{FF2B5EF4-FFF2-40B4-BE49-F238E27FC236}">
                <a16:creationId xmlns:a16="http://schemas.microsoft.com/office/drawing/2014/main" id="{A5FE8B38-CC06-B4FE-D114-D23D3DD3FF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9606148" y="2515086"/>
            <a:ext cx="228600" cy="228600"/>
          </a:xfrm>
          <a:prstGeom prst="rect">
            <a:avLst/>
          </a:prstGeom>
        </p:spPr>
      </p:pic>
      <p:pic>
        <p:nvPicPr>
          <p:cNvPr id="730" name="Gráfico 729">
            <a:extLst>
              <a:ext uri="{FF2B5EF4-FFF2-40B4-BE49-F238E27FC236}">
                <a16:creationId xmlns:a16="http://schemas.microsoft.com/office/drawing/2014/main" id="{AD2A8B6D-3170-A93B-715C-E56240959B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8"/>
              </a:ext>
            </a:extLst>
          </a:blip>
          <a:stretch>
            <a:fillRect/>
          </a:stretch>
        </p:blipFill>
        <p:spPr>
          <a:xfrm>
            <a:off x="9891936" y="2515086"/>
            <a:ext cx="228600" cy="228600"/>
          </a:xfrm>
          <a:prstGeom prst="rect">
            <a:avLst/>
          </a:prstGeom>
        </p:spPr>
      </p:pic>
      <p:pic>
        <p:nvPicPr>
          <p:cNvPr id="732" name="Gráfico 731">
            <a:extLst>
              <a:ext uri="{FF2B5EF4-FFF2-40B4-BE49-F238E27FC236}">
                <a16:creationId xmlns:a16="http://schemas.microsoft.com/office/drawing/2014/main" id="{3A0D7FF2-7564-FB79-B757-1284F66D9A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10169052" y="2515086"/>
            <a:ext cx="228600" cy="228600"/>
          </a:xfrm>
          <a:prstGeom prst="rect">
            <a:avLst/>
          </a:prstGeom>
        </p:spPr>
      </p:pic>
      <p:pic>
        <p:nvPicPr>
          <p:cNvPr id="734" name="Gráfico 733">
            <a:extLst>
              <a:ext uri="{FF2B5EF4-FFF2-40B4-BE49-F238E27FC236}">
                <a16:creationId xmlns:a16="http://schemas.microsoft.com/office/drawing/2014/main" id="{3135597B-BA9B-1FE3-A83D-33EF9DA24B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0"/>
              </a:ext>
            </a:extLst>
          </a:blip>
          <a:stretch>
            <a:fillRect/>
          </a:stretch>
        </p:blipFill>
        <p:spPr>
          <a:xfrm>
            <a:off x="10391790" y="2515086"/>
            <a:ext cx="228600" cy="228600"/>
          </a:xfrm>
          <a:prstGeom prst="rect">
            <a:avLst/>
          </a:prstGeom>
        </p:spPr>
      </p:pic>
      <p:pic>
        <p:nvPicPr>
          <p:cNvPr id="738" name="Gráfico 737">
            <a:extLst>
              <a:ext uri="{FF2B5EF4-FFF2-40B4-BE49-F238E27FC236}">
                <a16:creationId xmlns:a16="http://schemas.microsoft.com/office/drawing/2014/main" id="{CFDC1640-0693-6B18-A281-2F211C370F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10667999" y="2480785"/>
            <a:ext cx="228600" cy="228600"/>
          </a:xfrm>
          <a:prstGeom prst="rect">
            <a:avLst/>
          </a:prstGeom>
        </p:spPr>
      </p:pic>
      <p:pic>
        <p:nvPicPr>
          <p:cNvPr id="740" name="Gráfico 739">
            <a:extLst>
              <a:ext uri="{FF2B5EF4-FFF2-40B4-BE49-F238E27FC236}">
                <a16:creationId xmlns:a16="http://schemas.microsoft.com/office/drawing/2014/main" id="{B7268B1D-20B0-EA2A-7644-15284EA4F7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2"/>
              </a:ext>
            </a:extLst>
          </a:blip>
          <a:stretch>
            <a:fillRect/>
          </a:stretch>
        </p:blipFill>
        <p:spPr>
          <a:xfrm>
            <a:off x="1254771" y="2940104"/>
            <a:ext cx="228600" cy="228600"/>
          </a:xfrm>
          <a:prstGeom prst="rect">
            <a:avLst/>
          </a:prstGeom>
        </p:spPr>
      </p:pic>
      <p:pic>
        <p:nvPicPr>
          <p:cNvPr id="742" name="Gráfico 741">
            <a:extLst>
              <a:ext uri="{FF2B5EF4-FFF2-40B4-BE49-F238E27FC236}">
                <a16:creationId xmlns:a16="http://schemas.microsoft.com/office/drawing/2014/main" id="{8C506809-F408-FEA9-BCC5-E2ACB443E9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1540020" y="2943181"/>
            <a:ext cx="228600" cy="228600"/>
          </a:xfrm>
          <a:prstGeom prst="rect">
            <a:avLst/>
          </a:prstGeom>
        </p:spPr>
      </p:pic>
      <p:pic>
        <p:nvPicPr>
          <p:cNvPr id="746" name="Gráfico 745">
            <a:extLst>
              <a:ext uri="{FF2B5EF4-FFF2-40B4-BE49-F238E27FC236}">
                <a16:creationId xmlns:a16="http://schemas.microsoft.com/office/drawing/2014/main" id="{61CA9DF5-F1A4-1A71-A260-78242ED7A7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4"/>
              </a:ext>
            </a:extLst>
          </a:blip>
          <a:stretch>
            <a:fillRect/>
          </a:stretch>
        </p:blipFill>
        <p:spPr>
          <a:xfrm>
            <a:off x="1825269" y="2946264"/>
            <a:ext cx="228600" cy="228600"/>
          </a:xfrm>
          <a:prstGeom prst="rect">
            <a:avLst/>
          </a:prstGeom>
        </p:spPr>
      </p:pic>
      <p:pic>
        <p:nvPicPr>
          <p:cNvPr id="748" name="Gráfico 747">
            <a:extLst>
              <a:ext uri="{FF2B5EF4-FFF2-40B4-BE49-F238E27FC236}">
                <a16:creationId xmlns:a16="http://schemas.microsoft.com/office/drawing/2014/main" id="{7A647B6C-5ED5-92B4-35BA-E0010E7E6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2110518" y="2937027"/>
            <a:ext cx="228600" cy="228600"/>
          </a:xfrm>
          <a:prstGeom prst="rect">
            <a:avLst/>
          </a:prstGeom>
        </p:spPr>
      </p:pic>
      <p:pic>
        <p:nvPicPr>
          <p:cNvPr id="750" name="Gráfico 749">
            <a:extLst>
              <a:ext uri="{FF2B5EF4-FFF2-40B4-BE49-F238E27FC236}">
                <a16:creationId xmlns:a16="http://schemas.microsoft.com/office/drawing/2014/main" id="{8CFEDBE2-0179-AA48-28BC-2D33B302D1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6"/>
              </a:ext>
            </a:extLst>
          </a:blip>
          <a:stretch>
            <a:fillRect/>
          </a:stretch>
        </p:blipFill>
        <p:spPr>
          <a:xfrm>
            <a:off x="2395767" y="2921642"/>
            <a:ext cx="228600" cy="228600"/>
          </a:xfrm>
          <a:prstGeom prst="rect">
            <a:avLst/>
          </a:prstGeom>
        </p:spPr>
      </p:pic>
      <p:pic>
        <p:nvPicPr>
          <p:cNvPr id="752" name="Gráfico 751">
            <a:extLst>
              <a:ext uri="{FF2B5EF4-FFF2-40B4-BE49-F238E27FC236}">
                <a16:creationId xmlns:a16="http://schemas.microsoft.com/office/drawing/2014/main" id="{34D57207-FB82-B5D7-49B3-F2C015B8C2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2681016" y="2906257"/>
            <a:ext cx="228600" cy="228600"/>
          </a:xfrm>
          <a:prstGeom prst="rect">
            <a:avLst/>
          </a:prstGeom>
        </p:spPr>
      </p:pic>
      <p:pic>
        <p:nvPicPr>
          <p:cNvPr id="754" name="Gráfico 753">
            <a:extLst>
              <a:ext uri="{FF2B5EF4-FFF2-40B4-BE49-F238E27FC236}">
                <a16:creationId xmlns:a16="http://schemas.microsoft.com/office/drawing/2014/main" id="{A5DE9520-EDB9-6486-202D-602CD8833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8"/>
              </a:ext>
            </a:extLst>
          </a:blip>
          <a:stretch>
            <a:fillRect/>
          </a:stretch>
        </p:blipFill>
        <p:spPr>
          <a:xfrm>
            <a:off x="2966265" y="2924719"/>
            <a:ext cx="228600" cy="228600"/>
          </a:xfrm>
          <a:prstGeom prst="rect">
            <a:avLst/>
          </a:prstGeom>
        </p:spPr>
      </p:pic>
      <p:pic>
        <p:nvPicPr>
          <p:cNvPr id="756" name="Gráfico 755">
            <a:extLst>
              <a:ext uri="{FF2B5EF4-FFF2-40B4-BE49-F238E27FC236}">
                <a16:creationId xmlns:a16="http://schemas.microsoft.com/office/drawing/2014/main" id="{0C15E593-61AA-7E46-6F46-ABF40D8F69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3251514" y="2930873"/>
            <a:ext cx="228600" cy="228600"/>
          </a:xfrm>
          <a:prstGeom prst="rect">
            <a:avLst/>
          </a:prstGeom>
        </p:spPr>
      </p:pic>
      <p:pic>
        <p:nvPicPr>
          <p:cNvPr id="758" name="Gráfico 757">
            <a:extLst>
              <a:ext uri="{FF2B5EF4-FFF2-40B4-BE49-F238E27FC236}">
                <a16:creationId xmlns:a16="http://schemas.microsoft.com/office/drawing/2014/main" id="{66AC0B03-28C4-ADE8-1645-697FD739C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0"/>
              </a:ext>
            </a:extLst>
          </a:blip>
          <a:stretch>
            <a:fillRect/>
          </a:stretch>
        </p:blipFill>
        <p:spPr>
          <a:xfrm>
            <a:off x="3536763" y="2933950"/>
            <a:ext cx="228600" cy="228600"/>
          </a:xfrm>
          <a:prstGeom prst="rect">
            <a:avLst/>
          </a:prstGeom>
        </p:spPr>
      </p:pic>
      <p:pic>
        <p:nvPicPr>
          <p:cNvPr id="764" name="Gráfico 763">
            <a:extLst>
              <a:ext uri="{FF2B5EF4-FFF2-40B4-BE49-F238E27FC236}">
                <a16:creationId xmlns:a16="http://schemas.microsoft.com/office/drawing/2014/main" id="{B561260C-BA77-6296-2DEB-76A1631A95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3822012" y="2927796"/>
            <a:ext cx="228600" cy="228600"/>
          </a:xfrm>
          <a:prstGeom prst="rect">
            <a:avLst/>
          </a:prstGeom>
        </p:spPr>
      </p:pic>
      <p:pic>
        <p:nvPicPr>
          <p:cNvPr id="766" name="Gráfico 765">
            <a:extLst>
              <a:ext uri="{FF2B5EF4-FFF2-40B4-BE49-F238E27FC236}">
                <a16:creationId xmlns:a16="http://schemas.microsoft.com/office/drawing/2014/main" id="{B9ABC6E2-E49B-5E50-6779-31C4706F91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2"/>
              </a:ext>
            </a:extLst>
          </a:blip>
          <a:stretch>
            <a:fillRect/>
          </a:stretch>
        </p:blipFill>
        <p:spPr>
          <a:xfrm>
            <a:off x="4107261" y="2909334"/>
            <a:ext cx="228600" cy="228600"/>
          </a:xfrm>
          <a:prstGeom prst="rect">
            <a:avLst/>
          </a:prstGeom>
        </p:spPr>
      </p:pic>
      <p:pic>
        <p:nvPicPr>
          <p:cNvPr id="768" name="Gráfico 767">
            <a:extLst>
              <a:ext uri="{FF2B5EF4-FFF2-40B4-BE49-F238E27FC236}">
                <a16:creationId xmlns:a16="http://schemas.microsoft.com/office/drawing/2014/main" id="{AC5A8177-0805-7396-296C-42B316C823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4392510" y="2912411"/>
            <a:ext cx="228600" cy="228600"/>
          </a:xfrm>
          <a:prstGeom prst="rect">
            <a:avLst/>
          </a:prstGeom>
        </p:spPr>
      </p:pic>
      <p:pic>
        <p:nvPicPr>
          <p:cNvPr id="772" name="Gráfico 771">
            <a:extLst>
              <a:ext uri="{FF2B5EF4-FFF2-40B4-BE49-F238E27FC236}">
                <a16:creationId xmlns:a16="http://schemas.microsoft.com/office/drawing/2014/main" id="{15F24A57-3A41-47C6-A56E-4CB873D91F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4"/>
              </a:ext>
            </a:extLst>
          </a:blip>
          <a:stretch>
            <a:fillRect/>
          </a:stretch>
        </p:blipFill>
        <p:spPr>
          <a:xfrm>
            <a:off x="4677759" y="2869333"/>
            <a:ext cx="228600" cy="228600"/>
          </a:xfrm>
          <a:prstGeom prst="rect">
            <a:avLst/>
          </a:prstGeom>
        </p:spPr>
      </p:pic>
      <p:pic>
        <p:nvPicPr>
          <p:cNvPr id="774" name="Gráfico 773">
            <a:extLst>
              <a:ext uri="{FF2B5EF4-FFF2-40B4-BE49-F238E27FC236}">
                <a16:creationId xmlns:a16="http://schemas.microsoft.com/office/drawing/2014/main" id="{2E48B0D7-E3DF-1214-D0B6-F2CADD556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4963008" y="2918565"/>
            <a:ext cx="228600" cy="228600"/>
          </a:xfrm>
          <a:prstGeom prst="rect">
            <a:avLst/>
          </a:prstGeom>
        </p:spPr>
      </p:pic>
      <p:pic>
        <p:nvPicPr>
          <p:cNvPr id="776" name="Gráfico 775">
            <a:extLst>
              <a:ext uri="{FF2B5EF4-FFF2-40B4-BE49-F238E27FC236}">
                <a16:creationId xmlns:a16="http://schemas.microsoft.com/office/drawing/2014/main" id="{23898DA0-743E-ADF2-BAAB-E7DCC2C28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6"/>
              </a:ext>
            </a:extLst>
          </a:blip>
          <a:stretch>
            <a:fillRect/>
          </a:stretch>
        </p:blipFill>
        <p:spPr>
          <a:xfrm>
            <a:off x="5248257" y="2900103"/>
            <a:ext cx="228600" cy="228600"/>
          </a:xfrm>
          <a:prstGeom prst="rect">
            <a:avLst/>
          </a:prstGeom>
        </p:spPr>
      </p:pic>
      <p:pic>
        <p:nvPicPr>
          <p:cNvPr id="778" name="Gráfico 777">
            <a:extLst>
              <a:ext uri="{FF2B5EF4-FFF2-40B4-BE49-F238E27FC236}">
                <a16:creationId xmlns:a16="http://schemas.microsoft.com/office/drawing/2014/main" id="{A7A9B25F-3C70-E562-2429-9B5ABB4435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5533506" y="2890872"/>
            <a:ext cx="228600" cy="228600"/>
          </a:xfrm>
          <a:prstGeom prst="rect">
            <a:avLst/>
          </a:prstGeom>
        </p:spPr>
      </p:pic>
      <p:pic>
        <p:nvPicPr>
          <p:cNvPr id="780" name="Gráfico 779">
            <a:extLst>
              <a:ext uri="{FF2B5EF4-FFF2-40B4-BE49-F238E27FC236}">
                <a16:creationId xmlns:a16="http://schemas.microsoft.com/office/drawing/2014/main" id="{C332F1C8-8959-295B-5640-CC36CB735B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8"/>
              </a:ext>
            </a:extLst>
          </a:blip>
          <a:stretch>
            <a:fillRect/>
          </a:stretch>
        </p:blipFill>
        <p:spPr>
          <a:xfrm>
            <a:off x="5818755" y="2857025"/>
            <a:ext cx="228600" cy="228600"/>
          </a:xfrm>
          <a:prstGeom prst="rect">
            <a:avLst/>
          </a:prstGeom>
        </p:spPr>
      </p:pic>
      <p:pic>
        <p:nvPicPr>
          <p:cNvPr id="782" name="Gráfico 781">
            <a:extLst>
              <a:ext uri="{FF2B5EF4-FFF2-40B4-BE49-F238E27FC236}">
                <a16:creationId xmlns:a16="http://schemas.microsoft.com/office/drawing/2014/main" id="{F7162D54-BDCC-607E-727D-26FFE7915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6104004" y="2887795"/>
            <a:ext cx="228600" cy="228600"/>
          </a:xfrm>
          <a:prstGeom prst="rect">
            <a:avLst/>
          </a:prstGeom>
        </p:spPr>
      </p:pic>
      <p:pic>
        <p:nvPicPr>
          <p:cNvPr id="784" name="Gráfico 783">
            <a:extLst>
              <a:ext uri="{FF2B5EF4-FFF2-40B4-BE49-F238E27FC236}">
                <a16:creationId xmlns:a16="http://schemas.microsoft.com/office/drawing/2014/main" id="{74BEA25A-A5E2-E0A5-41E9-C240EA5A40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0"/>
              </a:ext>
            </a:extLst>
          </a:blip>
          <a:stretch>
            <a:fillRect/>
          </a:stretch>
        </p:blipFill>
        <p:spPr>
          <a:xfrm>
            <a:off x="6389253" y="2866256"/>
            <a:ext cx="228600" cy="228600"/>
          </a:xfrm>
          <a:prstGeom prst="rect">
            <a:avLst/>
          </a:prstGeom>
        </p:spPr>
      </p:pic>
      <p:pic>
        <p:nvPicPr>
          <p:cNvPr id="788" name="Gráfico 787">
            <a:extLst>
              <a:ext uri="{FF2B5EF4-FFF2-40B4-BE49-F238E27FC236}">
                <a16:creationId xmlns:a16="http://schemas.microsoft.com/office/drawing/2014/main" id="{F08D2D26-2B3E-21FA-CE20-C5D3975AD0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6674502" y="2903180"/>
            <a:ext cx="228600" cy="228600"/>
          </a:xfrm>
          <a:prstGeom prst="rect">
            <a:avLst/>
          </a:prstGeom>
        </p:spPr>
      </p:pic>
      <p:pic>
        <p:nvPicPr>
          <p:cNvPr id="790" name="Gráfico 789">
            <a:extLst>
              <a:ext uri="{FF2B5EF4-FFF2-40B4-BE49-F238E27FC236}">
                <a16:creationId xmlns:a16="http://schemas.microsoft.com/office/drawing/2014/main" id="{B1550FFA-8075-F690-51CF-6F799F27C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2"/>
              </a:ext>
            </a:extLst>
          </a:blip>
          <a:stretch>
            <a:fillRect/>
          </a:stretch>
        </p:blipFill>
        <p:spPr>
          <a:xfrm>
            <a:off x="6959751" y="2915488"/>
            <a:ext cx="228600" cy="228600"/>
          </a:xfrm>
          <a:prstGeom prst="rect">
            <a:avLst/>
          </a:prstGeom>
        </p:spPr>
      </p:pic>
      <p:pic>
        <p:nvPicPr>
          <p:cNvPr id="792" name="Gráfico 791">
            <a:extLst>
              <a:ext uri="{FF2B5EF4-FFF2-40B4-BE49-F238E27FC236}">
                <a16:creationId xmlns:a16="http://schemas.microsoft.com/office/drawing/2014/main" id="{4DD73F4E-0A30-51A0-C177-B97E82B3D6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7245000" y="2860102"/>
            <a:ext cx="228600" cy="228600"/>
          </a:xfrm>
          <a:prstGeom prst="rect">
            <a:avLst/>
          </a:prstGeom>
        </p:spPr>
      </p:pic>
      <p:pic>
        <p:nvPicPr>
          <p:cNvPr id="794" name="Gráfico 793">
            <a:extLst>
              <a:ext uri="{FF2B5EF4-FFF2-40B4-BE49-F238E27FC236}">
                <a16:creationId xmlns:a16="http://schemas.microsoft.com/office/drawing/2014/main" id="{97C726EA-B0A0-C43B-F6B3-E173602B9B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4"/>
              </a:ext>
            </a:extLst>
          </a:blip>
          <a:stretch>
            <a:fillRect/>
          </a:stretch>
        </p:blipFill>
        <p:spPr>
          <a:xfrm>
            <a:off x="7530249" y="2872410"/>
            <a:ext cx="228600" cy="228600"/>
          </a:xfrm>
          <a:prstGeom prst="rect">
            <a:avLst/>
          </a:prstGeom>
        </p:spPr>
      </p:pic>
      <p:pic>
        <p:nvPicPr>
          <p:cNvPr id="796" name="Gráfico 795">
            <a:extLst>
              <a:ext uri="{FF2B5EF4-FFF2-40B4-BE49-F238E27FC236}">
                <a16:creationId xmlns:a16="http://schemas.microsoft.com/office/drawing/2014/main" id="{F4036C66-BEAB-505F-6831-A5E98C911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7815498" y="2875487"/>
            <a:ext cx="228600" cy="228600"/>
          </a:xfrm>
          <a:prstGeom prst="rect">
            <a:avLst/>
          </a:prstGeom>
        </p:spPr>
      </p:pic>
      <p:pic>
        <p:nvPicPr>
          <p:cNvPr id="798" name="Gráfico 797">
            <a:extLst>
              <a:ext uri="{FF2B5EF4-FFF2-40B4-BE49-F238E27FC236}">
                <a16:creationId xmlns:a16="http://schemas.microsoft.com/office/drawing/2014/main" id="{9E4C7225-9F04-D6EF-7BD5-C097EA779A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6"/>
              </a:ext>
            </a:extLst>
          </a:blip>
          <a:stretch>
            <a:fillRect/>
          </a:stretch>
        </p:blipFill>
        <p:spPr>
          <a:xfrm>
            <a:off x="8100747" y="2878564"/>
            <a:ext cx="228600" cy="228600"/>
          </a:xfrm>
          <a:prstGeom prst="rect">
            <a:avLst/>
          </a:prstGeom>
        </p:spPr>
      </p:pic>
      <p:pic>
        <p:nvPicPr>
          <p:cNvPr id="800" name="Gráfico 799">
            <a:extLst>
              <a:ext uri="{FF2B5EF4-FFF2-40B4-BE49-F238E27FC236}">
                <a16:creationId xmlns:a16="http://schemas.microsoft.com/office/drawing/2014/main" id="{9B21852A-6CB1-071B-BA03-81695C8A2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8385996" y="2884718"/>
            <a:ext cx="228600" cy="228600"/>
          </a:xfrm>
          <a:prstGeom prst="rect">
            <a:avLst/>
          </a:prstGeom>
        </p:spPr>
      </p:pic>
      <p:pic>
        <p:nvPicPr>
          <p:cNvPr id="802" name="Gráfico 801">
            <a:extLst>
              <a:ext uri="{FF2B5EF4-FFF2-40B4-BE49-F238E27FC236}">
                <a16:creationId xmlns:a16="http://schemas.microsoft.com/office/drawing/2014/main" id="{552673A8-97BC-8E6A-8B46-204F909F15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8"/>
              </a:ext>
            </a:extLst>
          </a:blip>
          <a:stretch>
            <a:fillRect/>
          </a:stretch>
        </p:blipFill>
        <p:spPr>
          <a:xfrm>
            <a:off x="8671245" y="2893949"/>
            <a:ext cx="228600" cy="228600"/>
          </a:xfrm>
          <a:prstGeom prst="rect">
            <a:avLst/>
          </a:prstGeom>
        </p:spPr>
      </p:pic>
      <p:pic>
        <p:nvPicPr>
          <p:cNvPr id="804" name="Gráfico 803">
            <a:extLst>
              <a:ext uri="{FF2B5EF4-FFF2-40B4-BE49-F238E27FC236}">
                <a16:creationId xmlns:a16="http://schemas.microsoft.com/office/drawing/2014/main" id="{9053FFE9-3D5E-11F7-C49A-E320A2523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8956494" y="2897026"/>
            <a:ext cx="228600" cy="228600"/>
          </a:xfrm>
          <a:prstGeom prst="rect">
            <a:avLst/>
          </a:prstGeom>
        </p:spPr>
      </p:pic>
      <p:pic>
        <p:nvPicPr>
          <p:cNvPr id="806" name="Gráfico 805">
            <a:extLst>
              <a:ext uri="{FF2B5EF4-FFF2-40B4-BE49-F238E27FC236}">
                <a16:creationId xmlns:a16="http://schemas.microsoft.com/office/drawing/2014/main" id="{F5D539DD-7BAF-925D-F6AA-028145F44C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0"/>
              </a:ext>
            </a:extLst>
          </a:blip>
          <a:stretch>
            <a:fillRect/>
          </a:stretch>
        </p:blipFill>
        <p:spPr>
          <a:xfrm>
            <a:off x="9241743" y="2881641"/>
            <a:ext cx="228600" cy="228600"/>
          </a:xfrm>
          <a:prstGeom prst="rect">
            <a:avLst/>
          </a:prstGeom>
        </p:spPr>
      </p:pic>
      <p:pic>
        <p:nvPicPr>
          <p:cNvPr id="808" name="Gráfico 807">
            <a:extLst>
              <a:ext uri="{FF2B5EF4-FFF2-40B4-BE49-F238E27FC236}">
                <a16:creationId xmlns:a16="http://schemas.microsoft.com/office/drawing/2014/main" id="{3663D1E5-B576-E42A-3180-711DF042AA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9526992" y="2863179"/>
            <a:ext cx="228600" cy="228600"/>
          </a:xfrm>
          <a:prstGeom prst="rect">
            <a:avLst/>
          </a:prstGeom>
        </p:spPr>
      </p:pic>
      <p:pic>
        <p:nvPicPr>
          <p:cNvPr id="810" name="Gráfico 809">
            <a:extLst>
              <a:ext uri="{FF2B5EF4-FFF2-40B4-BE49-F238E27FC236}">
                <a16:creationId xmlns:a16="http://schemas.microsoft.com/office/drawing/2014/main" id="{98F848BA-4FDF-7BB4-EADB-FA36CEC73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2"/>
              </a:ext>
            </a:extLst>
          </a:blip>
          <a:stretch>
            <a:fillRect/>
          </a:stretch>
        </p:blipFill>
        <p:spPr>
          <a:xfrm>
            <a:off x="9812241" y="2853948"/>
            <a:ext cx="228600" cy="228600"/>
          </a:xfrm>
          <a:prstGeom prst="rect">
            <a:avLst/>
          </a:prstGeom>
        </p:spPr>
      </p:pic>
      <p:pic>
        <p:nvPicPr>
          <p:cNvPr id="812" name="Gráfico 811">
            <a:extLst>
              <a:ext uri="{FF2B5EF4-FFF2-40B4-BE49-F238E27FC236}">
                <a16:creationId xmlns:a16="http://schemas.microsoft.com/office/drawing/2014/main" id="{78283601-9915-4399-069A-4733D02B81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10097490" y="2850871"/>
            <a:ext cx="228600" cy="228600"/>
          </a:xfrm>
          <a:prstGeom prst="rect">
            <a:avLst/>
          </a:prstGeom>
        </p:spPr>
      </p:pic>
      <p:pic>
        <p:nvPicPr>
          <p:cNvPr id="814" name="Gráfico 813">
            <a:extLst>
              <a:ext uri="{FF2B5EF4-FFF2-40B4-BE49-F238E27FC236}">
                <a16:creationId xmlns:a16="http://schemas.microsoft.com/office/drawing/2014/main" id="{4B8422F7-4576-0A81-84B2-48BFC17F4F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4"/>
              </a:ext>
            </a:extLst>
          </a:blip>
          <a:stretch>
            <a:fillRect/>
          </a:stretch>
        </p:blipFill>
        <p:spPr>
          <a:xfrm>
            <a:off x="10382739" y="2844717"/>
            <a:ext cx="228600" cy="228600"/>
          </a:xfrm>
          <a:prstGeom prst="rect">
            <a:avLst/>
          </a:prstGeom>
        </p:spPr>
      </p:pic>
      <p:pic>
        <p:nvPicPr>
          <p:cNvPr id="816" name="Gráfico 815">
            <a:extLst>
              <a:ext uri="{FF2B5EF4-FFF2-40B4-BE49-F238E27FC236}">
                <a16:creationId xmlns:a16="http://schemas.microsoft.com/office/drawing/2014/main" id="{D97D272B-9918-86C5-3651-6B7589D894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10667999" y="2847794"/>
            <a:ext cx="228600" cy="228600"/>
          </a:xfrm>
          <a:prstGeom prst="rect">
            <a:avLst/>
          </a:prstGeom>
        </p:spPr>
      </p:pic>
      <p:pic>
        <p:nvPicPr>
          <p:cNvPr id="817" name="Gráfico 816">
            <a:extLst>
              <a:ext uri="{FF2B5EF4-FFF2-40B4-BE49-F238E27FC236}">
                <a16:creationId xmlns:a16="http://schemas.microsoft.com/office/drawing/2014/main" id="{0386761A-7942-8CAB-C233-DC3A788030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6"/>
              </a:ext>
            </a:extLst>
          </a:blip>
          <a:stretch>
            <a:fillRect/>
          </a:stretch>
        </p:blipFill>
        <p:spPr>
          <a:xfrm>
            <a:off x="2133903" y="3906439"/>
            <a:ext cx="228600" cy="228600"/>
          </a:xfrm>
          <a:prstGeom prst="rect">
            <a:avLst/>
          </a:prstGeom>
        </p:spPr>
      </p:pic>
      <p:pic>
        <p:nvPicPr>
          <p:cNvPr id="818" name="Gráfico 817">
            <a:extLst>
              <a:ext uri="{FF2B5EF4-FFF2-40B4-BE49-F238E27FC236}">
                <a16:creationId xmlns:a16="http://schemas.microsoft.com/office/drawing/2014/main" id="{98E34DAF-3E6E-00B7-541D-7CEB76510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1276032" y="3908114"/>
            <a:ext cx="228600" cy="228600"/>
          </a:xfrm>
          <a:prstGeom prst="rect">
            <a:avLst/>
          </a:prstGeom>
        </p:spPr>
      </p:pic>
      <p:pic>
        <p:nvPicPr>
          <p:cNvPr id="819" name="Gráfico 818">
            <a:extLst>
              <a:ext uri="{FF2B5EF4-FFF2-40B4-BE49-F238E27FC236}">
                <a16:creationId xmlns:a16="http://schemas.microsoft.com/office/drawing/2014/main" id="{796AAD5C-8096-35D5-E1A6-7967E1382E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8"/>
              </a:ext>
            </a:extLst>
          </a:blip>
          <a:stretch>
            <a:fillRect/>
          </a:stretch>
        </p:blipFill>
        <p:spPr>
          <a:xfrm>
            <a:off x="1847946" y="3909789"/>
            <a:ext cx="228600" cy="228600"/>
          </a:xfrm>
          <a:prstGeom prst="rect">
            <a:avLst/>
          </a:prstGeom>
        </p:spPr>
      </p:pic>
      <p:pic>
        <p:nvPicPr>
          <p:cNvPr id="820" name="Gráfico 819">
            <a:extLst>
              <a:ext uri="{FF2B5EF4-FFF2-40B4-BE49-F238E27FC236}">
                <a16:creationId xmlns:a16="http://schemas.microsoft.com/office/drawing/2014/main" id="{84F49E71-9825-F230-242A-4E9801B1E7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1561989" y="3911464"/>
            <a:ext cx="228600" cy="228600"/>
          </a:xfrm>
          <a:prstGeom prst="rect">
            <a:avLst/>
          </a:prstGeom>
        </p:spPr>
      </p:pic>
      <p:pic>
        <p:nvPicPr>
          <p:cNvPr id="821" name="Gráfico 820">
            <a:extLst>
              <a:ext uri="{FF2B5EF4-FFF2-40B4-BE49-F238E27FC236}">
                <a16:creationId xmlns:a16="http://schemas.microsoft.com/office/drawing/2014/main" id="{242BE262-4A5D-01CF-F125-6046CD301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0"/>
              </a:ext>
            </a:extLst>
          </a:blip>
          <a:stretch>
            <a:fillRect/>
          </a:stretch>
        </p:blipFill>
        <p:spPr>
          <a:xfrm>
            <a:off x="2419860" y="3913139"/>
            <a:ext cx="228600" cy="228600"/>
          </a:xfrm>
          <a:prstGeom prst="rect">
            <a:avLst/>
          </a:prstGeom>
        </p:spPr>
      </p:pic>
      <p:pic>
        <p:nvPicPr>
          <p:cNvPr id="822" name="Gráfico 821">
            <a:extLst>
              <a:ext uri="{FF2B5EF4-FFF2-40B4-BE49-F238E27FC236}">
                <a16:creationId xmlns:a16="http://schemas.microsoft.com/office/drawing/2014/main" id="{CBE349F7-74D1-5994-41EF-2667F73D0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2705817" y="3914814"/>
            <a:ext cx="228600" cy="228600"/>
          </a:xfrm>
          <a:prstGeom prst="rect">
            <a:avLst/>
          </a:prstGeom>
        </p:spPr>
      </p:pic>
      <p:pic>
        <p:nvPicPr>
          <p:cNvPr id="823" name="Gráfico 822">
            <a:extLst>
              <a:ext uri="{FF2B5EF4-FFF2-40B4-BE49-F238E27FC236}">
                <a16:creationId xmlns:a16="http://schemas.microsoft.com/office/drawing/2014/main" id="{E71D05DC-815C-CE14-AF43-A8278C910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2"/>
              </a:ext>
            </a:extLst>
          </a:blip>
          <a:stretch>
            <a:fillRect/>
          </a:stretch>
        </p:blipFill>
        <p:spPr>
          <a:xfrm>
            <a:off x="2991774" y="3916489"/>
            <a:ext cx="228600" cy="228600"/>
          </a:xfrm>
          <a:prstGeom prst="rect">
            <a:avLst/>
          </a:prstGeom>
        </p:spPr>
      </p:pic>
      <p:pic>
        <p:nvPicPr>
          <p:cNvPr id="824" name="Gráfico 823">
            <a:extLst>
              <a:ext uri="{FF2B5EF4-FFF2-40B4-BE49-F238E27FC236}">
                <a16:creationId xmlns:a16="http://schemas.microsoft.com/office/drawing/2014/main" id="{8CF7A6F3-A4CC-D1DF-8968-82B2921E34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3277731" y="3918164"/>
            <a:ext cx="228600" cy="228600"/>
          </a:xfrm>
          <a:prstGeom prst="rect">
            <a:avLst/>
          </a:prstGeom>
        </p:spPr>
      </p:pic>
      <p:pic>
        <p:nvPicPr>
          <p:cNvPr id="825" name="Gráfico 824">
            <a:extLst>
              <a:ext uri="{FF2B5EF4-FFF2-40B4-BE49-F238E27FC236}">
                <a16:creationId xmlns:a16="http://schemas.microsoft.com/office/drawing/2014/main" id="{BDE4CFFD-1347-9C67-27E0-9E41B1E364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4"/>
              </a:ext>
            </a:extLst>
          </a:blip>
          <a:stretch>
            <a:fillRect/>
          </a:stretch>
        </p:blipFill>
        <p:spPr>
          <a:xfrm>
            <a:off x="3563688" y="3919839"/>
            <a:ext cx="228600" cy="228600"/>
          </a:xfrm>
          <a:prstGeom prst="rect">
            <a:avLst/>
          </a:prstGeom>
        </p:spPr>
      </p:pic>
      <p:pic>
        <p:nvPicPr>
          <p:cNvPr id="826" name="Gráfico 825">
            <a:extLst>
              <a:ext uri="{FF2B5EF4-FFF2-40B4-BE49-F238E27FC236}">
                <a16:creationId xmlns:a16="http://schemas.microsoft.com/office/drawing/2014/main" id="{0C49298C-E158-951B-0579-5F0F5D2519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3849645" y="3921514"/>
            <a:ext cx="228600" cy="228600"/>
          </a:xfrm>
          <a:prstGeom prst="rect">
            <a:avLst/>
          </a:prstGeom>
        </p:spPr>
      </p:pic>
      <p:pic>
        <p:nvPicPr>
          <p:cNvPr id="827" name="Gráfico 826">
            <a:extLst>
              <a:ext uri="{FF2B5EF4-FFF2-40B4-BE49-F238E27FC236}">
                <a16:creationId xmlns:a16="http://schemas.microsoft.com/office/drawing/2014/main" id="{F473CCE6-7B46-F06B-462E-6D470A49AE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6"/>
              </a:ext>
            </a:extLst>
          </a:blip>
          <a:stretch>
            <a:fillRect/>
          </a:stretch>
        </p:blipFill>
        <p:spPr>
          <a:xfrm>
            <a:off x="4135602" y="3923189"/>
            <a:ext cx="228600" cy="228600"/>
          </a:xfrm>
          <a:prstGeom prst="rect">
            <a:avLst/>
          </a:prstGeom>
        </p:spPr>
      </p:pic>
      <p:pic>
        <p:nvPicPr>
          <p:cNvPr id="828" name="Gráfico 827">
            <a:extLst>
              <a:ext uri="{FF2B5EF4-FFF2-40B4-BE49-F238E27FC236}">
                <a16:creationId xmlns:a16="http://schemas.microsoft.com/office/drawing/2014/main" id="{540AA673-04B2-9DEB-17EB-6EF7421316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4421559" y="3924864"/>
            <a:ext cx="228600" cy="228600"/>
          </a:xfrm>
          <a:prstGeom prst="rect">
            <a:avLst/>
          </a:prstGeom>
        </p:spPr>
      </p:pic>
      <p:pic>
        <p:nvPicPr>
          <p:cNvPr id="829" name="Gráfico 828">
            <a:extLst>
              <a:ext uri="{FF2B5EF4-FFF2-40B4-BE49-F238E27FC236}">
                <a16:creationId xmlns:a16="http://schemas.microsoft.com/office/drawing/2014/main" id="{32032A8D-AE01-2126-CCC7-E3A598247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8"/>
              </a:ext>
            </a:extLst>
          </a:blip>
          <a:stretch>
            <a:fillRect/>
          </a:stretch>
        </p:blipFill>
        <p:spPr>
          <a:xfrm>
            <a:off x="4707516" y="3926539"/>
            <a:ext cx="228600" cy="228600"/>
          </a:xfrm>
          <a:prstGeom prst="rect">
            <a:avLst/>
          </a:prstGeom>
        </p:spPr>
      </p:pic>
      <p:pic>
        <p:nvPicPr>
          <p:cNvPr id="830" name="Gráfico 829">
            <a:extLst>
              <a:ext uri="{FF2B5EF4-FFF2-40B4-BE49-F238E27FC236}">
                <a16:creationId xmlns:a16="http://schemas.microsoft.com/office/drawing/2014/main" id="{B8721E73-E317-1A2D-6427-A4DEE042A9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4993473" y="3928214"/>
            <a:ext cx="228600" cy="228600"/>
          </a:xfrm>
          <a:prstGeom prst="rect">
            <a:avLst/>
          </a:prstGeom>
        </p:spPr>
      </p:pic>
      <p:pic>
        <p:nvPicPr>
          <p:cNvPr id="831" name="Gráfico 830">
            <a:extLst>
              <a:ext uri="{FF2B5EF4-FFF2-40B4-BE49-F238E27FC236}">
                <a16:creationId xmlns:a16="http://schemas.microsoft.com/office/drawing/2014/main" id="{D26AA4B3-AACE-B02F-84F0-E4230427B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0"/>
              </a:ext>
            </a:extLst>
          </a:blip>
          <a:stretch>
            <a:fillRect/>
          </a:stretch>
        </p:blipFill>
        <p:spPr>
          <a:xfrm>
            <a:off x="5279430" y="3929889"/>
            <a:ext cx="228600" cy="228600"/>
          </a:xfrm>
          <a:prstGeom prst="rect">
            <a:avLst/>
          </a:prstGeom>
        </p:spPr>
      </p:pic>
      <p:pic>
        <p:nvPicPr>
          <p:cNvPr id="832" name="Gráfico 831">
            <a:extLst>
              <a:ext uri="{FF2B5EF4-FFF2-40B4-BE49-F238E27FC236}">
                <a16:creationId xmlns:a16="http://schemas.microsoft.com/office/drawing/2014/main" id="{782A217B-1751-94EE-BA92-8EF11FC92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5565387" y="3901414"/>
            <a:ext cx="228600" cy="228600"/>
          </a:xfrm>
          <a:prstGeom prst="rect">
            <a:avLst/>
          </a:prstGeom>
        </p:spPr>
      </p:pic>
      <p:pic>
        <p:nvPicPr>
          <p:cNvPr id="833" name="Gráfico 832">
            <a:extLst>
              <a:ext uri="{FF2B5EF4-FFF2-40B4-BE49-F238E27FC236}">
                <a16:creationId xmlns:a16="http://schemas.microsoft.com/office/drawing/2014/main" id="{6BA49253-C427-4151-9D7D-234AE01CC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2"/>
              </a:ext>
            </a:extLst>
          </a:blip>
          <a:stretch>
            <a:fillRect/>
          </a:stretch>
        </p:blipFill>
        <p:spPr>
          <a:xfrm>
            <a:off x="5851344" y="3903089"/>
            <a:ext cx="228600" cy="228600"/>
          </a:xfrm>
          <a:prstGeom prst="rect">
            <a:avLst/>
          </a:prstGeom>
        </p:spPr>
      </p:pic>
      <p:pic>
        <p:nvPicPr>
          <p:cNvPr id="834" name="Gráfico 833">
            <a:extLst>
              <a:ext uri="{FF2B5EF4-FFF2-40B4-BE49-F238E27FC236}">
                <a16:creationId xmlns:a16="http://schemas.microsoft.com/office/drawing/2014/main" id="{9C24BA93-DBFB-12A9-6DBC-09B54E82CF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6137301" y="3899739"/>
            <a:ext cx="228600" cy="228600"/>
          </a:xfrm>
          <a:prstGeom prst="rect">
            <a:avLst/>
          </a:prstGeom>
        </p:spPr>
      </p:pic>
      <p:pic>
        <p:nvPicPr>
          <p:cNvPr id="835" name="Gráfico 834">
            <a:extLst>
              <a:ext uri="{FF2B5EF4-FFF2-40B4-BE49-F238E27FC236}">
                <a16:creationId xmlns:a16="http://schemas.microsoft.com/office/drawing/2014/main" id="{74C3D581-E9F4-A695-1138-0434474F87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4"/>
              </a:ext>
            </a:extLst>
          </a:blip>
          <a:stretch>
            <a:fillRect/>
          </a:stretch>
        </p:blipFill>
        <p:spPr>
          <a:xfrm>
            <a:off x="6423258" y="3931564"/>
            <a:ext cx="228600" cy="228600"/>
          </a:xfrm>
          <a:prstGeom prst="rect">
            <a:avLst/>
          </a:prstGeom>
        </p:spPr>
      </p:pic>
      <p:pic>
        <p:nvPicPr>
          <p:cNvPr id="836" name="Gráfico 835">
            <a:extLst>
              <a:ext uri="{FF2B5EF4-FFF2-40B4-BE49-F238E27FC236}">
                <a16:creationId xmlns:a16="http://schemas.microsoft.com/office/drawing/2014/main" id="{CB52ED13-9322-82A9-8495-29C3FC7032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6709215" y="3933233"/>
            <a:ext cx="228600" cy="228600"/>
          </a:xfrm>
          <a:prstGeom prst="rect">
            <a:avLst/>
          </a:prstGeom>
        </p:spPr>
      </p:pic>
      <p:pic>
        <p:nvPicPr>
          <p:cNvPr id="837" name="Gráfico 836">
            <a:extLst>
              <a:ext uri="{FF2B5EF4-FFF2-40B4-BE49-F238E27FC236}">
                <a16:creationId xmlns:a16="http://schemas.microsoft.com/office/drawing/2014/main" id="{B5D96E62-8785-23EA-9FE2-A535A420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6"/>
              </a:ext>
            </a:extLst>
          </a:blip>
          <a:stretch>
            <a:fillRect/>
          </a:stretch>
        </p:blipFill>
        <p:spPr>
          <a:xfrm>
            <a:off x="6995172" y="3904764"/>
            <a:ext cx="228600" cy="228600"/>
          </a:xfrm>
          <a:prstGeom prst="rect">
            <a:avLst/>
          </a:prstGeom>
        </p:spPr>
      </p:pic>
      <p:pic>
        <p:nvPicPr>
          <p:cNvPr id="838" name="Gráfico 837">
            <a:extLst>
              <a:ext uri="{FF2B5EF4-FFF2-40B4-BE49-F238E27FC236}">
                <a16:creationId xmlns:a16="http://schemas.microsoft.com/office/drawing/2014/main" id="{821206EC-A817-449E-CE61-17DDC3AD65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7281131" y="3898064"/>
            <a:ext cx="228600" cy="228600"/>
          </a:xfrm>
          <a:prstGeom prst="rect">
            <a:avLst/>
          </a:prstGeom>
        </p:spPr>
      </p:pic>
      <p:pic>
        <p:nvPicPr>
          <p:cNvPr id="839" name="Gráfico 838">
            <a:extLst>
              <a:ext uri="{FF2B5EF4-FFF2-40B4-BE49-F238E27FC236}">
                <a16:creationId xmlns:a16="http://schemas.microsoft.com/office/drawing/2014/main" id="{B8AE3E15-A731-46B2-57DF-98EA6B742F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8"/>
              </a:ext>
            </a:extLst>
          </a:blip>
          <a:stretch>
            <a:fillRect/>
          </a:stretch>
        </p:blipFill>
        <p:spPr>
          <a:xfrm>
            <a:off x="7560575" y="3898064"/>
            <a:ext cx="228600" cy="228600"/>
          </a:xfrm>
          <a:prstGeom prst="rect">
            <a:avLst/>
          </a:prstGeom>
        </p:spPr>
      </p:pic>
      <p:pic>
        <p:nvPicPr>
          <p:cNvPr id="840" name="Gráfico 839">
            <a:extLst>
              <a:ext uri="{FF2B5EF4-FFF2-40B4-BE49-F238E27FC236}">
                <a16:creationId xmlns:a16="http://schemas.microsoft.com/office/drawing/2014/main" id="{1B91835B-7264-B3A8-691F-1EEFF61FDF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840019" y="3898064"/>
            <a:ext cx="228600" cy="228600"/>
          </a:xfrm>
          <a:prstGeom prst="rect">
            <a:avLst/>
          </a:prstGeom>
        </p:spPr>
      </p:pic>
      <p:pic>
        <p:nvPicPr>
          <p:cNvPr id="841" name="Gráfico 840">
            <a:extLst>
              <a:ext uri="{FF2B5EF4-FFF2-40B4-BE49-F238E27FC236}">
                <a16:creationId xmlns:a16="http://schemas.microsoft.com/office/drawing/2014/main" id="{610D3939-1BC7-C7C9-5804-4AFDBF6F4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0"/>
              </a:ext>
            </a:extLst>
          </a:blip>
          <a:stretch>
            <a:fillRect/>
          </a:stretch>
        </p:blipFill>
        <p:spPr>
          <a:xfrm>
            <a:off x="8119463" y="3898064"/>
            <a:ext cx="228600" cy="228600"/>
          </a:xfrm>
          <a:prstGeom prst="rect">
            <a:avLst/>
          </a:prstGeom>
        </p:spPr>
      </p:pic>
      <p:pic>
        <p:nvPicPr>
          <p:cNvPr id="842" name="Gráfico 841">
            <a:extLst>
              <a:ext uri="{FF2B5EF4-FFF2-40B4-BE49-F238E27FC236}">
                <a16:creationId xmlns:a16="http://schemas.microsoft.com/office/drawing/2014/main" id="{179317CD-C060-F210-0040-EE6CDFC5CC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8372530" y="3904764"/>
            <a:ext cx="228600" cy="228600"/>
          </a:xfrm>
          <a:prstGeom prst="rect">
            <a:avLst/>
          </a:prstGeom>
        </p:spPr>
      </p:pic>
      <p:pic>
        <p:nvPicPr>
          <p:cNvPr id="843" name="Gráfico 842">
            <a:extLst>
              <a:ext uri="{FF2B5EF4-FFF2-40B4-BE49-F238E27FC236}">
                <a16:creationId xmlns:a16="http://schemas.microsoft.com/office/drawing/2014/main" id="{07168A35-F6E7-B6B5-9679-2A86590549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2"/>
              </a:ext>
            </a:extLst>
          </a:blip>
          <a:stretch>
            <a:fillRect/>
          </a:stretch>
        </p:blipFill>
        <p:spPr>
          <a:xfrm>
            <a:off x="8651974" y="3907279"/>
            <a:ext cx="228600" cy="228600"/>
          </a:xfrm>
          <a:prstGeom prst="rect">
            <a:avLst/>
          </a:prstGeom>
        </p:spPr>
      </p:pic>
      <p:pic>
        <p:nvPicPr>
          <p:cNvPr id="844" name="Gráfico 843">
            <a:extLst>
              <a:ext uri="{FF2B5EF4-FFF2-40B4-BE49-F238E27FC236}">
                <a16:creationId xmlns:a16="http://schemas.microsoft.com/office/drawing/2014/main" id="{DD3FF854-7594-030B-76A2-BB2BCB4D7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8925556" y="3904764"/>
            <a:ext cx="228600" cy="228600"/>
          </a:xfrm>
          <a:prstGeom prst="rect">
            <a:avLst/>
          </a:prstGeom>
        </p:spPr>
      </p:pic>
      <p:pic>
        <p:nvPicPr>
          <p:cNvPr id="845" name="Gráfico 844">
            <a:extLst>
              <a:ext uri="{FF2B5EF4-FFF2-40B4-BE49-F238E27FC236}">
                <a16:creationId xmlns:a16="http://schemas.microsoft.com/office/drawing/2014/main" id="{F5F86F62-8069-CE77-060B-77CE70FBE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4"/>
              </a:ext>
            </a:extLst>
          </a:blip>
          <a:stretch>
            <a:fillRect/>
          </a:stretch>
        </p:blipFill>
        <p:spPr>
          <a:xfrm>
            <a:off x="9210861" y="3898064"/>
            <a:ext cx="228600" cy="228600"/>
          </a:xfrm>
          <a:prstGeom prst="rect">
            <a:avLst/>
          </a:prstGeom>
        </p:spPr>
      </p:pic>
      <p:pic>
        <p:nvPicPr>
          <p:cNvPr id="846" name="Gráfico 845">
            <a:extLst>
              <a:ext uri="{FF2B5EF4-FFF2-40B4-BE49-F238E27FC236}">
                <a16:creationId xmlns:a16="http://schemas.microsoft.com/office/drawing/2014/main" id="{CCE3E992-DB5D-4498-6131-4940B92290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9478582" y="3918164"/>
            <a:ext cx="228600" cy="228600"/>
          </a:xfrm>
          <a:prstGeom prst="rect">
            <a:avLst/>
          </a:prstGeom>
        </p:spPr>
      </p:pic>
      <p:pic>
        <p:nvPicPr>
          <p:cNvPr id="847" name="Gráfico 846">
            <a:extLst>
              <a:ext uri="{FF2B5EF4-FFF2-40B4-BE49-F238E27FC236}">
                <a16:creationId xmlns:a16="http://schemas.microsoft.com/office/drawing/2014/main" id="{AB8F00B9-59AE-E37D-E8D2-559CF34A8B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6"/>
              </a:ext>
            </a:extLst>
          </a:blip>
          <a:stretch>
            <a:fillRect/>
          </a:stretch>
        </p:blipFill>
        <p:spPr>
          <a:xfrm>
            <a:off x="9758026" y="3931564"/>
            <a:ext cx="228600" cy="228600"/>
          </a:xfrm>
          <a:prstGeom prst="rect">
            <a:avLst/>
          </a:prstGeom>
        </p:spPr>
      </p:pic>
      <p:pic>
        <p:nvPicPr>
          <p:cNvPr id="848" name="Gráfico 847">
            <a:extLst>
              <a:ext uri="{FF2B5EF4-FFF2-40B4-BE49-F238E27FC236}">
                <a16:creationId xmlns:a16="http://schemas.microsoft.com/office/drawing/2014/main" id="{C1CF552B-AADF-9CE4-23F6-23F58DFED3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10040400" y="3904764"/>
            <a:ext cx="228600" cy="228600"/>
          </a:xfrm>
          <a:prstGeom prst="rect">
            <a:avLst/>
          </a:prstGeom>
        </p:spPr>
      </p:pic>
      <p:pic>
        <p:nvPicPr>
          <p:cNvPr id="849" name="Gráfico 848">
            <a:extLst>
              <a:ext uri="{FF2B5EF4-FFF2-40B4-BE49-F238E27FC236}">
                <a16:creationId xmlns:a16="http://schemas.microsoft.com/office/drawing/2014/main" id="{F4E5FA0D-2B1A-9142-A189-19661BE56A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8"/>
              </a:ext>
            </a:extLst>
          </a:blip>
          <a:stretch>
            <a:fillRect/>
          </a:stretch>
        </p:blipFill>
        <p:spPr>
          <a:xfrm>
            <a:off x="10315289" y="3898064"/>
            <a:ext cx="228600" cy="228600"/>
          </a:xfrm>
          <a:prstGeom prst="rect">
            <a:avLst/>
          </a:prstGeom>
        </p:spPr>
      </p:pic>
      <p:pic>
        <p:nvPicPr>
          <p:cNvPr id="850" name="Gráfico 849">
            <a:extLst>
              <a:ext uri="{FF2B5EF4-FFF2-40B4-BE49-F238E27FC236}">
                <a16:creationId xmlns:a16="http://schemas.microsoft.com/office/drawing/2014/main" id="{4122A031-05B3-4E65-D747-A0BB30D85C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10609386" y="3924864"/>
            <a:ext cx="228600" cy="228600"/>
          </a:xfrm>
          <a:prstGeom prst="rect">
            <a:avLst/>
          </a:prstGeom>
        </p:spPr>
      </p:pic>
      <p:pic>
        <p:nvPicPr>
          <p:cNvPr id="851" name="Gráfico 850">
            <a:extLst>
              <a:ext uri="{FF2B5EF4-FFF2-40B4-BE49-F238E27FC236}">
                <a16:creationId xmlns:a16="http://schemas.microsoft.com/office/drawing/2014/main" id="{73A3F01A-7E4E-8E7D-6F99-3ABA16A36A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0"/>
              </a:ext>
            </a:extLst>
          </a:blip>
          <a:stretch>
            <a:fillRect/>
          </a:stretch>
        </p:blipFill>
        <p:spPr>
          <a:xfrm>
            <a:off x="1276032" y="4285518"/>
            <a:ext cx="228600" cy="228600"/>
          </a:xfrm>
          <a:prstGeom prst="rect">
            <a:avLst/>
          </a:prstGeom>
        </p:spPr>
      </p:pic>
      <p:pic>
        <p:nvPicPr>
          <p:cNvPr id="852" name="Gráfico 851">
            <a:extLst>
              <a:ext uri="{FF2B5EF4-FFF2-40B4-BE49-F238E27FC236}">
                <a16:creationId xmlns:a16="http://schemas.microsoft.com/office/drawing/2014/main" id="{3B1D3BB8-B3DF-BFCC-2BD7-276C1F37EE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1555890" y="4286146"/>
            <a:ext cx="228600" cy="228600"/>
          </a:xfrm>
          <a:prstGeom prst="rect">
            <a:avLst/>
          </a:prstGeom>
        </p:spPr>
      </p:pic>
      <p:pic>
        <p:nvPicPr>
          <p:cNvPr id="853" name="Gráfico 852">
            <a:extLst>
              <a:ext uri="{FF2B5EF4-FFF2-40B4-BE49-F238E27FC236}">
                <a16:creationId xmlns:a16="http://schemas.microsoft.com/office/drawing/2014/main" id="{29A615EA-AC84-40DC-140D-EFD20F1A94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2"/>
              </a:ext>
            </a:extLst>
          </a:blip>
          <a:stretch>
            <a:fillRect/>
          </a:stretch>
        </p:blipFill>
        <p:spPr>
          <a:xfrm>
            <a:off x="1820856" y="4286779"/>
            <a:ext cx="228600" cy="228600"/>
          </a:xfrm>
          <a:prstGeom prst="rect">
            <a:avLst/>
          </a:prstGeom>
        </p:spPr>
      </p:pic>
      <p:pic>
        <p:nvPicPr>
          <p:cNvPr id="854" name="Gráfico 853">
            <a:extLst>
              <a:ext uri="{FF2B5EF4-FFF2-40B4-BE49-F238E27FC236}">
                <a16:creationId xmlns:a16="http://schemas.microsoft.com/office/drawing/2014/main" id="{544DF454-0B6C-A9B3-079F-FA2B485244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2085822" y="4269190"/>
            <a:ext cx="228600" cy="228600"/>
          </a:xfrm>
          <a:prstGeom prst="rect">
            <a:avLst/>
          </a:prstGeom>
        </p:spPr>
      </p:pic>
      <p:pic>
        <p:nvPicPr>
          <p:cNvPr id="855" name="Gráfico 854">
            <a:extLst>
              <a:ext uri="{FF2B5EF4-FFF2-40B4-BE49-F238E27FC236}">
                <a16:creationId xmlns:a16="http://schemas.microsoft.com/office/drawing/2014/main" id="{454793FC-23DC-7AFC-15C8-8A25B16B59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4"/>
              </a:ext>
            </a:extLst>
          </a:blip>
          <a:stretch>
            <a:fillRect/>
          </a:stretch>
        </p:blipFill>
        <p:spPr>
          <a:xfrm>
            <a:off x="2340085" y="4279238"/>
            <a:ext cx="228600" cy="228600"/>
          </a:xfrm>
          <a:prstGeom prst="rect">
            <a:avLst/>
          </a:prstGeom>
        </p:spPr>
      </p:pic>
      <p:pic>
        <p:nvPicPr>
          <p:cNvPr id="856" name="Gráfico 855">
            <a:extLst>
              <a:ext uri="{FF2B5EF4-FFF2-40B4-BE49-F238E27FC236}">
                <a16:creationId xmlns:a16="http://schemas.microsoft.com/office/drawing/2014/main" id="{A6D143FD-046D-9679-B002-E350623129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2616774" y="4279866"/>
            <a:ext cx="228600" cy="228600"/>
          </a:xfrm>
          <a:prstGeom prst="rect">
            <a:avLst/>
          </a:prstGeom>
        </p:spPr>
      </p:pic>
      <p:pic>
        <p:nvPicPr>
          <p:cNvPr id="857" name="Gráfico 856">
            <a:extLst>
              <a:ext uri="{FF2B5EF4-FFF2-40B4-BE49-F238E27FC236}">
                <a16:creationId xmlns:a16="http://schemas.microsoft.com/office/drawing/2014/main" id="{56451DBD-F9A5-5FD8-FF8B-D9352D0AEB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6"/>
              </a:ext>
            </a:extLst>
          </a:blip>
          <a:stretch>
            <a:fillRect/>
          </a:stretch>
        </p:blipFill>
        <p:spPr>
          <a:xfrm>
            <a:off x="2859314" y="4280494"/>
            <a:ext cx="228600" cy="228600"/>
          </a:xfrm>
          <a:prstGeom prst="rect">
            <a:avLst/>
          </a:prstGeom>
        </p:spPr>
      </p:pic>
      <p:pic>
        <p:nvPicPr>
          <p:cNvPr id="858" name="Gráfico 857">
            <a:extLst>
              <a:ext uri="{FF2B5EF4-FFF2-40B4-BE49-F238E27FC236}">
                <a16:creationId xmlns:a16="http://schemas.microsoft.com/office/drawing/2014/main" id="{91DFB986-120C-96A6-C84C-5A352578AC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3106074" y="4281122"/>
            <a:ext cx="228600" cy="228600"/>
          </a:xfrm>
          <a:prstGeom prst="rect">
            <a:avLst/>
          </a:prstGeom>
        </p:spPr>
      </p:pic>
      <p:pic>
        <p:nvPicPr>
          <p:cNvPr id="859" name="Gráfico 858">
            <a:extLst>
              <a:ext uri="{FF2B5EF4-FFF2-40B4-BE49-F238E27FC236}">
                <a16:creationId xmlns:a16="http://schemas.microsoft.com/office/drawing/2014/main" id="{1B38BCFE-6201-B048-7B00-C67028BB2C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8"/>
              </a:ext>
            </a:extLst>
          </a:blip>
          <a:stretch>
            <a:fillRect/>
          </a:stretch>
        </p:blipFill>
        <p:spPr>
          <a:xfrm>
            <a:off x="3392031" y="4281750"/>
            <a:ext cx="228600" cy="228600"/>
          </a:xfrm>
          <a:prstGeom prst="rect">
            <a:avLst/>
          </a:prstGeom>
        </p:spPr>
      </p:pic>
      <p:pic>
        <p:nvPicPr>
          <p:cNvPr id="860" name="Gráfico 859">
            <a:extLst>
              <a:ext uri="{FF2B5EF4-FFF2-40B4-BE49-F238E27FC236}">
                <a16:creationId xmlns:a16="http://schemas.microsoft.com/office/drawing/2014/main" id="{75C9C5A0-F5C5-3523-78F5-4C953BE38B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3621045" y="4269818"/>
            <a:ext cx="228600" cy="228600"/>
          </a:xfrm>
          <a:prstGeom prst="rect">
            <a:avLst/>
          </a:prstGeom>
        </p:spPr>
      </p:pic>
      <p:pic>
        <p:nvPicPr>
          <p:cNvPr id="861" name="Gráfico 860">
            <a:extLst>
              <a:ext uri="{FF2B5EF4-FFF2-40B4-BE49-F238E27FC236}">
                <a16:creationId xmlns:a16="http://schemas.microsoft.com/office/drawing/2014/main" id="{3783F58F-A6D2-90DB-EEBF-9707E784A7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0"/>
              </a:ext>
            </a:extLst>
          </a:blip>
          <a:stretch>
            <a:fillRect/>
          </a:stretch>
        </p:blipFill>
        <p:spPr>
          <a:xfrm>
            <a:off x="3907002" y="4282378"/>
            <a:ext cx="228600" cy="228600"/>
          </a:xfrm>
          <a:prstGeom prst="rect">
            <a:avLst/>
          </a:prstGeom>
        </p:spPr>
      </p:pic>
      <p:pic>
        <p:nvPicPr>
          <p:cNvPr id="862" name="Gráfico 861">
            <a:extLst>
              <a:ext uri="{FF2B5EF4-FFF2-40B4-BE49-F238E27FC236}">
                <a16:creationId xmlns:a16="http://schemas.microsoft.com/office/drawing/2014/main" id="{5D657F1B-8662-4599-B590-6B941329D8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4192959" y="4270446"/>
            <a:ext cx="228600" cy="228600"/>
          </a:xfrm>
          <a:prstGeom prst="rect">
            <a:avLst/>
          </a:prstGeom>
        </p:spPr>
      </p:pic>
      <p:pic>
        <p:nvPicPr>
          <p:cNvPr id="863" name="Gráfico 862">
            <a:extLst>
              <a:ext uri="{FF2B5EF4-FFF2-40B4-BE49-F238E27FC236}">
                <a16:creationId xmlns:a16="http://schemas.microsoft.com/office/drawing/2014/main" id="{20206DB1-D6B1-70E4-6661-F623A32AC9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2"/>
              </a:ext>
            </a:extLst>
          </a:blip>
          <a:stretch>
            <a:fillRect/>
          </a:stretch>
        </p:blipFill>
        <p:spPr>
          <a:xfrm>
            <a:off x="4478916" y="4271074"/>
            <a:ext cx="228600" cy="228600"/>
          </a:xfrm>
          <a:prstGeom prst="rect">
            <a:avLst/>
          </a:prstGeom>
        </p:spPr>
      </p:pic>
      <p:pic>
        <p:nvPicPr>
          <p:cNvPr id="864" name="Gráfico 863">
            <a:extLst>
              <a:ext uri="{FF2B5EF4-FFF2-40B4-BE49-F238E27FC236}">
                <a16:creationId xmlns:a16="http://schemas.microsoft.com/office/drawing/2014/main" id="{1A6DB965-CDE8-4BA3-9183-361296E612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4764873" y="4283006"/>
            <a:ext cx="228600" cy="228600"/>
          </a:xfrm>
          <a:prstGeom prst="rect">
            <a:avLst/>
          </a:prstGeom>
        </p:spPr>
      </p:pic>
      <p:pic>
        <p:nvPicPr>
          <p:cNvPr id="865" name="Gráfico 864">
            <a:extLst>
              <a:ext uri="{FF2B5EF4-FFF2-40B4-BE49-F238E27FC236}">
                <a16:creationId xmlns:a16="http://schemas.microsoft.com/office/drawing/2014/main" id="{D5A02D99-F76B-8D1F-23ED-A606EDFDDF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4"/>
              </a:ext>
            </a:extLst>
          </a:blip>
          <a:stretch>
            <a:fillRect/>
          </a:stretch>
        </p:blipFill>
        <p:spPr>
          <a:xfrm>
            <a:off x="5050830" y="4283634"/>
            <a:ext cx="228600" cy="228600"/>
          </a:xfrm>
          <a:prstGeom prst="rect">
            <a:avLst/>
          </a:prstGeom>
        </p:spPr>
      </p:pic>
      <p:pic>
        <p:nvPicPr>
          <p:cNvPr id="866" name="Gráfico 865">
            <a:extLst>
              <a:ext uri="{FF2B5EF4-FFF2-40B4-BE49-F238E27FC236}">
                <a16:creationId xmlns:a16="http://schemas.microsoft.com/office/drawing/2014/main" id="{AB0B9E27-2DEC-0325-9A3A-236D1A9AD0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5336787" y="4284262"/>
            <a:ext cx="228600" cy="228600"/>
          </a:xfrm>
          <a:prstGeom prst="rect">
            <a:avLst/>
          </a:prstGeom>
        </p:spPr>
      </p:pic>
      <p:pic>
        <p:nvPicPr>
          <p:cNvPr id="867" name="Gráfico 866">
            <a:extLst>
              <a:ext uri="{FF2B5EF4-FFF2-40B4-BE49-F238E27FC236}">
                <a16:creationId xmlns:a16="http://schemas.microsoft.com/office/drawing/2014/main" id="{AACEB8D7-C746-69CF-9AFE-DD9128F5D0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6"/>
              </a:ext>
            </a:extLst>
          </a:blip>
          <a:stretch>
            <a:fillRect/>
          </a:stretch>
        </p:blipFill>
        <p:spPr>
          <a:xfrm>
            <a:off x="5612041" y="4271702"/>
            <a:ext cx="228600" cy="228600"/>
          </a:xfrm>
          <a:prstGeom prst="rect">
            <a:avLst/>
          </a:prstGeom>
        </p:spPr>
      </p:pic>
      <p:pic>
        <p:nvPicPr>
          <p:cNvPr id="868" name="Gráfico 867">
            <a:extLst>
              <a:ext uri="{FF2B5EF4-FFF2-40B4-BE49-F238E27FC236}">
                <a16:creationId xmlns:a16="http://schemas.microsoft.com/office/drawing/2014/main" id="{D5088B98-0A24-F778-6C55-CE07341857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5854275" y="4272330"/>
            <a:ext cx="228600" cy="228600"/>
          </a:xfrm>
          <a:prstGeom prst="rect">
            <a:avLst/>
          </a:prstGeom>
        </p:spPr>
      </p:pic>
      <p:pic>
        <p:nvPicPr>
          <p:cNvPr id="869" name="Gráfico 868">
            <a:extLst>
              <a:ext uri="{FF2B5EF4-FFF2-40B4-BE49-F238E27FC236}">
                <a16:creationId xmlns:a16="http://schemas.microsoft.com/office/drawing/2014/main" id="{1216209A-ACC7-9C3A-754B-5919A43E1D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8"/>
              </a:ext>
            </a:extLst>
          </a:blip>
          <a:stretch>
            <a:fillRect/>
          </a:stretch>
        </p:blipFill>
        <p:spPr>
          <a:xfrm>
            <a:off x="6111162" y="4272958"/>
            <a:ext cx="228600" cy="228600"/>
          </a:xfrm>
          <a:prstGeom prst="rect">
            <a:avLst/>
          </a:prstGeom>
        </p:spPr>
      </p:pic>
      <p:pic>
        <p:nvPicPr>
          <p:cNvPr id="870" name="Gráfico 869">
            <a:extLst>
              <a:ext uri="{FF2B5EF4-FFF2-40B4-BE49-F238E27FC236}">
                <a16:creationId xmlns:a16="http://schemas.microsoft.com/office/drawing/2014/main" id="{FF0D4E6F-C79E-D300-B16D-238653B39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6384616" y="4273586"/>
            <a:ext cx="228600" cy="228600"/>
          </a:xfrm>
          <a:prstGeom prst="rect">
            <a:avLst/>
          </a:prstGeom>
        </p:spPr>
      </p:pic>
      <p:pic>
        <p:nvPicPr>
          <p:cNvPr id="871" name="Gráfico 870">
            <a:extLst>
              <a:ext uri="{FF2B5EF4-FFF2-40B4-BE49-F238E27FC236}">
                <a16:creationId xmlns:a16="http://schemas.microsoft.com/office/drawing/2014/main" id="{D0726D75-72E6-7BDB-5ADA-23449D4409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0"/>
              </a:ext>
            </a:extLst>
          </a:blip>
          <a:stretch>
            <a:fillRect/>
          </a:stretch>
        </p:blipFill>
        <p:spPr>
          <a:xfrm>
            <a:off x="6663581" y="4274214"/>
            <a:ext cx="228600" cy="228600"/>
          </a:xfrm>
          <a:prstGeom prst="rect">
            <a:avLst/>
          </a:prstGeom>
        </p:spPr>
      </p:pic>
      <p:pic>
        <p:nvPicPr>
          <p:cNvPr id="872" name="Gráfico 871">
            <a:extLst>
              <a:ext uri="{FF2B5EF4-FFF2-40B4-BE49-F238E27FC236}">
                <a16:creationId xmlns:a16="http://schemas.microsoft.com/office/drawing/2014/main" id="{529EA1B1-2929-A388-6991-834341DCAC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6940508" y="4274842"/>
            <a:ext cx="228600" cy="228600"/>
          </a:xfrm>
          <a:prstGeom prst="rect">
            <a:avLst/>
          </a:prstGeom>
        </p:spPr>
      </p:pic>
      <p:pic>
        <p:nvPicPr>
          <p:cNvPr id="873" name="Gráfico 872">
            <a:extLst>
              <a:ext uri="{FF2B5EF4-FFF2-40B4-BE49-F238E27FC236}">
                <a16:creationId xmlns:a16="http://schemas.microsoft.com/office/drawing/2014/main" id="{6D7175CF-7049-2604-006B-7C3656153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2"/>
              </a:ext>
            </a:extLst>
          </a:blip>
          <a:stretch>
            <a:fillRect/>
          </a:stretch>
        </p:blipFill>
        <p:spPr>
          <a:xfrm>
            <a:off x="7217435" y="4275470"/>
            <a:ext cx="228600" cy="228600"/>
          </a:xfrm>
          <a:prstGeom prst="rect">
            <a:avLst/>
          </a:prstGeom>
        </p:spPr>
      </p:pic>
      <p:pic>
        <p:nvPicPr>
          <p:cNvPr id="874" name="Gráfico 873">
            <a:extLst>
              <a:ext uri="{FF2B5EF4-FFF2-40B4-BE49-F238E27FC236}">
                <a16:creationId xmlns:a16="http://schemas.microsoft.com/office/drawing/2014/main" id="{F792919A-E867-C2C8-65CC-C66AE3A832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7494362" y="4276098"/>
            <a:ext cx="228600" cy="228600"/>
          </a:xfrm>
          <a:prstGeom prst="rect">
            <a:avLst/>
          </a:prstGeom>
        </p:spPr>
      </p:pic>
      <p:pic>
        <p:nvPicPr>
          <p:cNvPr id="875" name="Gráfico 874">
            <a:extLst>
              <a:ext uri="{FF2B5EF4-FFF2-40B4-BE49-F238E27FC236}">
                <a16:creationId xmlns:a16="http://schemas.microsoft.com/office/drawing/2014/main" id="{D0C7C894-C431-C98E-678A-35D4A65E6A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4"/>
              </a:ext>
            </a:extLst>
          </a:blip>
          <a:stretch>
            <a:fillRect/>
          </a:stretch>
        </p:blipFill>
        <p:spPr>
          <a:xfrm>
            <a:off x="7771289" y="4276726"/>
            <a:ext cx="228600" cy="228600"/>
          </a:xfrm>
          <a:prstGeom prst="rect">
            <a:avLst/>
          </a:prstGeom>
        </p:spPr>
      </p:pic>
      <p:pic>
        <p:nvPicPr>
          <p:cNvPr id="876" name="Gráfico 875">
            <a:extLst>
              <a:ext uri="{FF2B5EF4-FFF2-40B4-BE49-F238E27FC236}">
                <a16:creationId xmlns:a16="http://schemas.microsoft.com/office/drawing/2014/main" id="{D56706EA-BA88-7727-E8AF-F398A30242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8046306" y="4277354"/>
            <a:ext cx="228600" cy="228600"/>
          </a:xfrm>
          <a:prstGeom prst="rect">
            <a:avLst/>
          </a:prstGeom>
        </p:spPr>
      </p:pic>
      <p:pic>
        <p:nvPicPr>
          <p:cNvPr id="877" name="Gráfico 876">
            <a:extLst>
              <a:ext uri="{FF2B5EF4-FFF2-40B4-BE49-F238E27FC236}">
                <a16:creationId xmlns:a16="http://schemas.microsoft.com/office/drawing/2014/main" id="{67722927-C83B-D05A-A59F-381E3D4D20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6"/>
              </a:ext>
            </a:extLst>
          </a:blip>
          <a:stretch>
            <a:fillRect/>
          </a:stretch>
        </p:blipFill>
        <p:spPr>
          <a:xfrm>
            <a:off x="8321323" y="4284890"/>
            <a:ext cx="228600" cy="228600"/>
          </a:xfrm>
          <a:prstGeom prst="rect">
            <a:avLst/>
          </a:prstGeom>
        </p:spPr>
      </p:pic>
      <p:pic>
        <p:nvPicPr>
          <p:cNvPr id="878" name="Gráfico 877">
            <a:extLst>
              <a:ext uri="{FF2B5EF4-FFF2-40B4-BE49-F238E27FC236}">
                <a16:creationId xmlns:a16="http://schemas.microsoft.com/office/drawing/2014/main" id="{BF972EF2-1DFD-36E0-7A7C-73038D4DAC6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8578210" y="4277982"/>
            <a:ext cx="228600" cy="228600"/>
          </a:xfrm>
          <a:prstGeom prst="rect">
            <a:avLst/>
          </a:prstGeom>
        </p:spPr>
      </p:pic>
      <p:pic>
        <p:nvPicPr>
          <p:cNvPr id="879" name="Gráfico 878">
            <a:extLst>
              <a:ext uri="{FF2B5EF4-FFF2-40B4-BE49-F238E27FC236}">
                <a16:creationId xmlns:a16="http://schemas.microsoft.com/office/drawing/2014/main" id="{CE8127F1-57F7-EBB4-1F72-CA126A1C01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8"/>
              </a:ext>
            </a:extLst>
          </a:blip>
          <a:stretch>
            <a:fillRect/>
          </a:stretch>
        </p:blipFill>
        <p:spPr>
          <a:xfrm>
            <a:off x="8851664" y="4278610"/>
            <a:ext cx="228600" cy="228600"/>
          </a:xfrm>
          <a:prstGeom prst="rect">
            <a:avLst/>
          </a:prstGeom>
        </p:spPr>
      </p:pic>
      <p:pic>
        <p:nvPicPr>
          <p:cNvPr id="880" name="Gráfico 879">
            <a:extLst>
              <a:ext uri="{FF2B5EF4-FFF2-40B4-BE49-F238E27FC236}">
                <a16:creationId xmlns:a16="http://schemas.microsoft.com/office/drawing/2014/main" id="{63844BC4-4F9A-63C5-A438-05DE747039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9"/>
              </a:ext>
            </a:extLst>
          </a:blip>
          <a:stretch>
            <a:fillRect/>
          </a:stretch>
        </p:blipFill>
        <p:spPr>
          <a:xfrm>
            <a:off x="9125118" y="4265422"/>
            <a:ext cx="228600" cy="228600"/>
          </a:xfrm>
          <a:prstGeom prst="rect">
            <a:avLst/>
          </a:prstGeom>
        </p:spPr>
      </p:pic>
      <p:pic>
        <p:nvPicPr>
          <p:cNvPr id="881" name="Gráfico 880">
            <a:extLst>
              <a:ext uri="{FF2B5EF4-FFF2-40B4-BE49-F238E27FC236}">
                <a16:creationId xmlns:a16="http://schemas.microsoft.com/office/drawing/2014/main" id="{29B31F1D-C9C4-10DE-75B5-FDD6B56842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0"/>
              </a:ext>
            </a:extLst>
          </a:blip>
          <a:stretch>
            <a:fillRect/>
          </a:stretch>
        </p:blipFill>
        <p:spPr>
          <a:xfrm>
            <a:off x="9398572" y="4268562"/>
            <a:ext cx="228600" cy="228600"/>
          </a:xfrm>
          <a:prstGeom prst="rect">
            <a:avLst/>
          </a:prstGeom>
        </p:spPr>
      </p:pic>
      <p:pic>
        <p:nvPicPr>
          <p:cNvPr id="882" name="Gráfico 881">
            <a:extLst>
              <a:ext uri="{FF2B5EF4-FFF2-40B4-BE49-F238E27FC236}">
                <a16:creationId xmlns:a16="http://schemas.microsoft.com/office/drawing/2014/main" id="{431970B5-C8BC-C1AC-1A73-71984BDAB4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1"/>
              </a:ext>
            </a:extLst>
          </a:blip>
          <a:stretch>
            <a:fillRect/>
          </a:stretch>
        </p:blipFill>
        <p:spPr>
          <a:xfrm>
            <a:off x="9663231" y="4266050"/>
            <a:ext cx="228600" cy="228600"/>
          </a:xfrm>
          <a:prstGeom prst="rect">
            <a:avLst/>
          </a:prstGeom>
        </p:spPr>
      </p:pic>
      <p:pic>
        <p:nvPicPr>
          <p:cNvPr id="883" name="Gráfico 882">
            <a:extLst>
              <a:ext uri="{FF2B5EF4-FFF2-40B4-BE49-F238E27FC236}">
                <a16:creationId xmlns:a16="http://schemas.microsoft.com/office/drawing/2014/main" id="{30829A1C-A721-C378-EC19-5CACD3A571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2"/>
              </a:ext>
            </a:extLst>
          </a:blip>
          <a:stretch>
            <a:fillRect/>
          </a:stretch>
        </p:blipFill>
        <p:spPr>
          <a:xfrm>
            <a:off x="9926177" y="4266678"/>
            <a:ext cx="228600" cy="228600"/>
          </a:xfrm>
          <a:prstGeom prst="rect">
            <a:avLst/>
          </a:prstGeom>
        </p:spPr>
      </p:pic>
      <p:pic>
        <p:nvPicPr>
          <p:cNvPr id="884" name="Gráfico 883">
            <a:extLst>
              <a:ext uri="{FF2B5EF4-FFF2-40B4-BE49-F238E27FC236}">
                <a16:creationId xmlns:a16="http://schemas.microsoft.com/office/drawing/2014/main" id="{D08BA5DF-0834-ABFD-5704-1A14BE023F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3"/>
              </a:ext>
            </a:extLst>
          </a:blip>
          <a:stretch>
            <a:fillRect/>
          </a:stretch>
        </p:blipFill>
        <p:spPr>
          <a:xfrm>
            <a:off x="10200989" y="4267306"/>
            <a:ext cx="228600" cy="228600"/>
          </a:xfrm>
          <a:prstGeom prst="rect">
            <a:avLst/>
          </a:prstGeom>
        </p:spPr>
      </p:pic>
      <p:pic>
        <p:nvPicPr>
          <p:cNvPr id="885" name="Gráfico 884">
            <a:extLst>
              <a:ext uri="{FF2B5EF4-FFF2-40B4-BE49-F238E27FC236}">
                <a16:creationId xmlns:a16="http://schemas.microsoft.com/office/drawing/2014/main" id="{969AFB6E-BF2E-11EB-2F8D-0955689BC8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4"/>
              </a:ext>
            </a:extLst>
          </a:blip>
          <a:stretch>
            <a:fillRect/>
          </a:stretch>
        </p:blipFill>
        <p:spPr>
          <a:xfrm>
            <a:off x="10482420" y="4267934"/>
            <a:ext cx="228600" cy="228600"/>
          </a:xfrm>
          <a:prstGeom prst="rect">
            <a:avLst/>
          </a:prstGeom>
        </p:spPr>
      </p:pic>
      <p:pic>
        <p:nvPicPr>
          <p:cNvPr id="886" name="Gráfico 885">
            <a:extLst>
              <a:ext uri="{FF2B5EF4-FFF2-40B4-BE49-F238E27FC236}">
                <a16:creationId xmlns:a16="http://schemas.microsoft.com/office/drawing/2014/main" id="{8C7208DA-391A-CEBF-4D1F-A3781010CF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5"/>
              </a:ext>
            </a:extLst>
          </a:blip>
          <a:stretch>
            <a:fillRect/>
          </a:stretch>
        </p:blipFill>
        <p:spPr>
          <a:xfrm>
            <a:off x="1278963" y="4661709"/>
            <a:ext cx="228600" cy="228600"/>
          </a:xfrm>
          <a:prstGeom prst="rect">
            <a:avLst/>
          </a:prstGeom>
        </p:spPr>
      </p:pic>
      <p:pic>
        <p:nvPicPr>
          <p:cNvPr id="887" name="Gráfico 886">
            <a:extLst>
              <a:ext uri="{FF2B5EF4-FFF2-40B4-BE49-F238E27FC236}">
                <a16:creationId xmlns:a16="http://schemas.microsoft.com/office/drawing/2014/main" id="{CD7F9A1C-C20C-BE9A-56C7-025718576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6"/>
              </a:ext>
            </a:extLst>
          </a:blip>
          <a:stretch>
            <a:fillRect/>
          </a:stretch>
        </p:blipFill>
        <p:spPr>
          <a:xfrm>
            <a:off x="1553427" y="4653505"/>
            <a:ext cx="228600" cy="228600"/>
          </a:xfrm>
          <a:prstGeom prst="rect">
            <a:avLst/>
          </a:prstGeom>
        </p:spPr>
      </p:pic>
      <p:pic>
        <p:nvPicPr>
          <p:cNvPr id="888" name="Gráfico 887">
            <a:extLst>
              <a:ext uri="{FF2B5EF4-FFF2-40B4-BE49-F238E27FC236}">
                <a16:creationId xmlns:a16="http://schemas.microsoft.com/office/drawing/2014/main" id="{5010B276-A8FE-8872-370E-4C262BCABC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7"/>
              </a:ext>
            </a:extLst>
          </a:blip>
          <a:stretch>
            <a:fillRect/>
          </a:stretch>
        </p:blipFill>
        <p:spPr>
          <a:xfrm>
            <a:off x="1827891" y="4654677"/>
            <a:ext cx="228600" cy="228600"/>
          </a:xfrm>
          <a:prstGeom prst="rect">
            <a:avLst/>
          </a:prstGeom>
        </p:spPr>
      </p:pic>
      <p:pic>
        <p:nvPicPr>
          <p:cNvPr id="889" name="Gráfico 888">
            <a:extLst>
              <a:ext uri="{FF2B5EF4-FFF2-40B4-BE49-F238E27FC236}">
                <a16:creationId xmlns:a16="http://schemas.microsoft.com/office/drawing/2014/main" id="{BBF671BA-D741-3A7A-303C-658E51587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8"/>
              </a:ext>
            </a:extLst>
          </a:blip>
          <a:stretch>
            <a:fillRect/>
          </a:stretch>
        </p:blipFill>
        <p:spPr>
          <a:xfrm>
            <a:off x="2102355" y="4655849"/>
            <a:ext cx="228600" cy="228600"/>
          </a:xfrm>
          <a:prstGeom prst="rect">
            <a:avLst/>
          </a:prstGeom>
        </p:spPr>
      </p:pic>
      <p:pic>
        <p:nvPicPr>
          <p:cNvPr id="890" name="Gráfico 889">
            <a:extLst>
              <a:ext uri="{FF2B5EF4-FFF2-40B4-BE49-F238E27FC236}">
                <a16:creationId xmlns:a16="http://schemas.microsoft.com/office/drawing/2014/main" id="{2F69D742-EFC4-3E7D-F614-6EF60AFA7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9"/>
              </a:ext>
            </a:extLst>
          </a:blip>
          <a:stretch>
            <a:fillRect/>
          </a:stretch>
        </p:blipFill>
        <p:spPr>
          <a:xfrm>
            <a:off x="2376819" y="4657021"/>
            <a:ext cx="228600" cy="228600"/>
          </a:xfrm>
          <a:prstGeom prst="rect">
            <a:avLst/>
          </a:prstGeom>
        </p:spPr>
      </p:pic>
      <p:pic>
        <p:nvPicPr>
          <p:cNvPr id="891" name="Gráfico 890">
            <a:extLst>
              <a:ext uri="{FF2B5EF4-FFF2-40B4-BE49-F238E27FC236}">
                <a16:creationId xmlns:a16="http://schemas.microsoft.com/office/drawing/2014/main" id="{0CF90ED2-A8A3-27C7-F250-0411DA832E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0"/>
              </a:ext>
            </a:extLst>
          </a:blip>
          <a:stretch>
            <a:fillRect/>
          </a:stretch>
        </p:blipFill>
        <p:spPr>
          <a:xfrm>
            <a:off x="2651283" y="4658193"/>
            <a:ext cx="228600" cy="228600"/>
          </a:xfrm>
          <a:prstGeom prst="rect">
            <a:avLst/>
          </a:prstGeom>
        </p:spPr>
      </p:pic>
      <p:pic>
        <p:nvPicPr>
          <p:cNvPr id="892" name="Gráfico 891">
            <a:extLst>
              <a:ext uri="{FF2B5EF4-FFF2-40B4-BE49-F238E27FC236}">
                <a16:creationId xmlns:a16="http://schemas.microsoft.com/office/drawing/2014/main" id="{A20D97AE-CA30-9C9C-3678-B6FEDF9325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1"/>
              </a:ext>
            </a:extLst>
          </a:blip>
          <a:stretch>
            <a:fillRect/>
          </a:stretch>
        </p:blipFill>
        <p:spPr>
          <a:xfrm>
            <a:off x="2925747" y="4659365"/>
            <a:ext cx="228600" cy="228600"/>
          </a:xfrm>
          <a:prstGeom prst="rect">
            <a:avLst/>
          </a:prstGeom>
        </p:spPr>
      </p:pic>
      <p:pic>
        <p:nvPicPr>
          <p:cNvPr id="893" name="Gráfico 892">
            <a:extLst>
              <a:ext uri="{FF2B5EF4-FFF2-40B4-BE49-F238E27FC236}">
                <a16:creationId xmlns:a16="http://schemas.microsoft.com/office/drawing/2014/main" id="{348B2582-0FEB-9E2D-3B4B-67EE4D7911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2"/>
              </a:ext>
            </a:extLst>
          </a:blip>
          <a:stretch>
            <a:fillRect/>
          </a:stretch>
        </p:blipFill>
        <p:spPr>
          <a:xfrm>
            <a:off x="3200211" y="4664053"/>
            <a:ext cx="228600" cy="228600"/>
          </a:xfrm>
          <a:prstGeom prst="rect">
            <a:avLst/>
          </a:prstGeom>
        </p:spPr>
      </p:pic>
      <p:pic>
        <p:nvPicPr>
          <p:cNvPr id="894" name="Gráfico 893">
            <a:extLst>
              <a:ext uri="{FF2B5EF4-FFF2-40B4-BE49-F238E27FC236}">
                <a16:creationId xmlns:a16="http://schemas.microsoft.com/office/drawing/2014/main" id="{AD49B529-987C-DCAE-8016-4A89A12C77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3"/>
              </a:ext>
            </a:extLst>
          </a:blip>
          <a:stretch>
            <a:fillRect/>
          </a:stretch>
        </p:blipFill>
        <p:spPr>
          <a:xfrm>
            <a:off x="3474675" y="4660537"/>
            <a:ext cx="228600" cy="228600"/>
          </a:xfrm>
          <a:prstGeom prst="rect">
            <a:avLst/>
          </a:prstGeom>
        </p:spPr>
      </p:pic>
      <p:pic>
        <p:nvPicPr>
          <p:cNvPr id="895" name="Gráfico 894">
            <a:extLst>
              <a:ext uri="{FF2B5EF4-FFF2-40B4-BE49-F238E27FC236}">
                <a16:creationId xmlns:a16="http://schemas.microsoft.com/office/drawing/2014/main" id="{F1761CE7-5E1C-9414-7DA5-5EC36B0BD6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4"/>
              </a:ext>
            </a:extLst>
          </a:blip>
          <a:stretch>
            <a:fillRect/>
          </a:stretch>
        </p:blipFill>
        <p:spPr>
          <a:xfrm>
            <a:off x="3749139" y="4642957"/>
            <a:ext cx="228600" cy="228600"/>
          </a:xfrm>
          <a:prstGeom prst="rect">
            <a:avLst/>
          </a:prstGeom>
        </p:spPr>
      </p:pic>
      <p:pic>
        <p:nvPicPr>
          <p:cNvPr id="896" name="Gráfico 895">
            <a:extLst>
              <a:ext uri="{FF2B5EF4-FFF2-40B4-BE49-F238E27FC236}">
                <a16:creationId xmlns:a16="http://schemas.microsoft.com/office/drawing/2014/main" id="{9A2EC5DB-9259-0E3E-E445-F3166DC14B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5"/>
              </a:ext>
            </a:extLst>
          </a:blip>
          <a:stretch>
            <a:fillRect/>
          </a:stretch>
        </p:blipFill>
        <p:spPr>
          <a:xfrm>
            <a:off x="4023603" y="4644129"/>
            <a:ext cx="228600" cy="228600"/>
          </a:xfrm>
          <a:prstGeom prst="rect">
            <a:avLst/>
          </a:prstGeom>
        </p:spPr>
      </p:pic>
      <p:pic>
        <p:nvPicPr>
          <p:cNvPr id="897" name="Gráfico 896">
            <a:extLst>
              <a:ext uri="{FF2B5EF4-FFF2-40B4-BE49-F238E27FC236}">
                <a16:creationId xmlns:a16="http://schemas.microsoft.com/office/drawing/2014/main" id="{B90B5B0D-8A17-4115-5809-37A4DF288A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6"/>
              </a:ext>
            </a:extLst>
          </a:blip>
          <a:stretch>
            <a:fillRect/>
          </a:stretch>
        </p:blipFill>
        <p:spPr>
          <a:xfrm>
            <a:off x="4298067" y="4645301"/>
            <a:ext cx="228600" cy="228600"/>
          </a:xfrm>
          <a:prstGeom prst="rect">
            <a:avLst/>
          </a:prstGeom>
        </p:spPr>
      </p:pic>
      <p:pic>
        <p:nvPicPr>
          <p:cNvPr id="898" name="Gráfico 897">
            <a:extLst>
              <a:ext uri="{FF2B5EF4-FFF2-40B4-BE49-F238E27FC236}">
                <a16:creationId xmlns:a16="http://schemas.microsoft.com/office/drawing/2014/main" id="{477A6E8B-FE07-9A21-3A9B-FDE8E89A3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7"/>
              </a:ext>
            </a:extLst>
          </a:blip>
          <a:stretch>
            <a:fillRect/>
          </a:stretch>
        </p:blipFill>
        <p:spPr>
          <a:xfrm>
            <a:off x="4572531" y="4665225"/>
            <a:ext cx="228600" cy="228600"/>
          </a:xfrm>
          <a:prstGeom prst="rect">
            <a:avLst/>
          </a:prstGeom>
        </p:spPr>
      </p:pic>
      <p:pic>
        <p:nvPicPr>
          <p:cNvPr id="899" name="Gráfico 898">
            <a:extLst>
              <a:ext uri="{FF2B5EF4-FFF2-40B4-BE49-F238E27FC236}">
                <a16:creationId xmlns:a16="http://schemas.microsoft.com/office/drawing/2014/main" id="{505C0F0F-E254-44B5-A196-D404E35988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8"/>
              </a:ext>
            </a:extLst>
          </a:blip>
          <a:stretch>
            <a:fillRect/>
          </a:stretch>
        </p:blipFill>
        <p:spPr>
          <a:xfrm>
            <a:off x="4846995" y="4646473"/>
            <a:ext cx="228600" cy="228600"/>
          </a:xfrm>
          <a:prstGeom prst="rect">
            <a:avLst/>
          </a:prstGeom>
        </p:spPr>
      </p:pic>
      <p:pic>
        <p:nvPicPr>
          <p:cNvPr id="900" name="Gráfico 899">
            <a:extLst>
              <a:ext uri="{FF2B5EF4-FFF2-40B4-BE49-F238E27FC236}">
                <a16:creationId xmlns:a16="http://schemas.microsoft.com/office/drawing/2014/main" id="{36A8F6FA-0C04-EB2B-4B24-F03D31EB9A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9"/>
              </a:ext>
            </a:extLst>
          </a:blip>
          <a:stretch>
            <a:fillRect/>
          </a:stretch>
        </p:blipFill>
        <p:spPr>
          <a:xfrm>
            <a:off x="5121459" y="4666397"/>
            <a:ext cx="228600" cy="228600"/>
          </a:xfrm>
          <a:prstGeom prst="rect">
            <a:avLst/>
          </a:prstGeom>
        </p:spPr>
      </p:pic>
      <p:pic>
        <p:nvPicPr>
          <p:cNvPr id="901" name="Gráfico 900">
            <a:extLst>
              <a:ext uri="{FF2B5EF4-FFF2-40B4-BE49-F238E27FC236}">
                <a16:creationId xmlns:a16="http://schemas.microsoft.com/office/drawing/2014/main" id="{87BB2F66-26CD-9184-DBBA-EDE7860F2D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0"/>
              </a:ext>
            </a:extLst>
          </a:blip>
          <a:stretch>
            <a:fillRect/>
          </a:stretch>
        </p:blipFill>
        <p:spPr>
          <a:xfrm>
            <a:off x="5395923" y="4667569"/>
            <a:ext cx="228600" cy="228600"/>
          </a:xfrm>
          <a:prstGeom prst="rect">
            <a:avLst/>
          </a:prstGeom>
        </p:spPr>
      </p:pic>
      <p:pic>
        <p:nvPicPr>
          <p:cNvPr id="902" name="Gráfico 901">
            <a:extLst>
              <a:ext uri="{FF2B5EF4-FFF2-40B4-BE49-F238E27FC236}">
                <a16:creationId xmlns:a16="http://schemas.microsoft.com/office/drawing/2014/main" id="{AD5E7E62-83B4-1698-95A6-82D1C713E8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1"/>
              </a:ext>
            </a:extLst>
          </a:blip>
          <a:stretch>
            <a:fillRect/>
          </a:stretch>
        </p:blipFill>
        <p:spPr>
          <a:xfrm>
            <a:off x="5670387" y="4665229"/>
            <a:ext cx="228600" cy="228600"/>
          </a:xfrm>
          <a:prstGeom prst="rect">
            <a:avLst/>
          </a:prstGeom>
        </p:spPr>
      </p:pic>
      <p:pic>
        <p:nvPicPr>
          <p:cNvPr id="903" name="Gráfico 902">
            <a:extLst>
              <a:ext uri="{FF2B5EF4-FFF2-40B4-BE49-F238E27FC236}">
                <a16:creationId xmlns:a16="http://schemas.microsoft.com/office/drawing/2014/main" id="{995872FB-B013-B677-E3E6-7C8ABF531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2"/>
              </a:ext>
            </a:extLst>
          </a:blip>
          <a:stretch>
            <a:fillRect/>
          </a:stretch>
        </p:blipFill>
        <p:spPr>
          <a:xfrm>
            <a:off x="5944851" y="4648817"/>
            <a:ext cx="228600" cy="228600"/>
          </a:xfrm>
          <a:prstGeom prst="rect">
            <a:avLst/>
          </a:prstGeom>
        </p:spPr>
      </p:pic>
      <p:pic>
        <p:nvPicPr>
          <p:cNvPr id="904" name="Gráfico 903">
            <a:extLst>
              <a:ext uri="{FF2B5EF4-FFF2-40B4-BE49-F238E27FC236}">
                <a16:creationId xmlns:a16="http://schemas.microsoft.com/office/drawing/2014/main" id="{16100042-B5F8-A110-BA66-1B93A4F867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3"/>
              </a:ext>
            </a:extLst>
          </a:blip>
          <a:stretch>
            <a:fillRect/>
          </a:stretch>
        </p:blipFill>
        <p:spPr>
          <a:xfrm>
            <a:off x="6219315" y="4649989"/>
            <a:ext cx="228600" cy="228600"/>
          </a:xfrm>
          <a:prstGeom prst="rect">
            <a:avLst/>
          </a:prstGeom>
        </p:spPr>
      </p:pic>
      <p:pic>
        <p:nvPicPr>
          <p:cNvPr id="905" name="Gráfico 904">
            <a:extLst>
              <a:ext uri="{FF2B5EF4-FFF2-40B4-BE49-F238E27FC236}">
                <a16:creationId xmlns:a16="http://schemas.microsoft.com/office/drawing/2014/main" id="{2B7B3419-0475-1647-CA2E-18E9FC54B4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4"/>
              </a:ext>
            </a:extLst>
          </a:blip>
          <a:stretch>
            <a:fillRect/>
          </a:stretch>
        </p:blipFill>
        <p:spPr>
          <a:xfrm>
            <a:off x="6493779" y="4668741"/>
            <a:ext cx="228600" cy="228600"/>
          </a:xfrm>
          <a:prstGeom prst="rect">
            <a:avLst/>
          </a:prstGeom>
        </p:spPr>
      </p:pic>
      <p:pic>
        <p:nvPicPr>
          <p:cNvPr id="906" name="Gráfico 905">
            <a:extLst>
              <a:ext uri="{FF2B5EF4-FFF2-40B4-BE49-F238E27FC236}">
                <a16:creationId xmlns:a16="http://schemas.microsoft.com/office/drawing/2014/main" id="{3510F4B5-AD6D-1688-FB0B-18C35E1D26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5"/>
              </a:ext>
            </a:extLst>
          </a:blip>
          <a:stretch>
            <a:fillRect/>
          </a:stretch>
        </p:blipFill>
        <p:spPr>
          <a:xfrm>
            <a:off x="6768243" y="4651161"/>
            <a:ext cx="228600" cy="228600"/>
          </a:xfrm>
          <a:prstGeom prst="rect">
            <a:avLst/>
          </a:prstGeom>
        </p:spPr>
      </p:pic>
      <p:pic>
        <p:nvPicPr>
          <p:cNvPr id="907" name="Gráfico 906">
            <a:extLst>
              <a:ext uri="{FF2B5EF4-FFF2-40B4-BE49-F238E27FC236}">
                <a16:creationId xmlns:a16="http://schemas.microsoft.com/office/drawing/2014/main" id="{E2910F29-9163-0479-5557-97E91E8631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6"/>
              </a:ext>
            </a:extLst>
          </a:blip>
          <a:stretch>
            <a:fillRect/>
          </a:stretch>
        </p:blipFill>
        <p:spPr>
          <a:xfrm>
            <a:off x="7042707" y="4669913"/>
            <a:ext cx="228600" cy="228600"/>
          </a:xfrm>
          <a:prstGeom prst="rect">
            <a:avLst/>
          </a:prstGeom>
        </p:spPr>
      </p:pic>
      <p:pic>
        <p:nvPicPr>
          <p:cNvPr id="908" name="Gráfico 907">
            <a:extLst>
              <a:ext uri="{FF2B5EF4-FFF2-40B4-BE49-F238E27FC236}">
                <a16:creationId xmlns:a16="http://schemas.microsoft.com/office/drawing/2014/main" id="{B2A81439-4BE0-FA00-C015-AF84FFC703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7"/>
              </a:ext>
            </a:extLst>
          </a:blip>
          <a:stretch>
            <a:fillRect/>
          </a:stretch>
        </p:blipFill>
        <p:spPr>
          <a:xfrm>
            <a:off x="7317171" y="4652333"/>
            <a:ext cx="228600" cy="228600"/>
          </a:xfrm>
          <a:prstGeom prst="rect">
            <a:avLst/>
          </a:prstGeom>
        </p:spPr>
      </p:pic>
      <p:pic>
        <p:nvPicPr>
          <p:cNvPr id="909" name="Gráfico 908">
            <a:extLst>
              <a:ext uri="{FF2B5EF4-FFF2-40B4-BE49-F238E27FC236}">
                <a16:creationId xmlns:a16="http://schemas.microsoft.com/office/drawing/2014/main" id="{4D7A7C7F-2D01-1D7A-D423-76AEDB411A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8"/>
              </a:ext>
            </a:extLst>
          </a:blip>
          <a:stretch>
            <a:fillRect/>
          </a:stretch>
        </p:blipFill>
        <p:spPr>
          <a:xfrm>
            <a:off x="7591635" y="4671085"/>
            <a:ext cx="228600" cy="228600"/>
          </a:xfrm>
          <a:prstGeom prst="rect">
            <a:avLst/>
          </a:prstGeom>
        </p:spPr>
      </p:pic>
      <p:pic>
        <p:nvPicPr>
          <p:cNvPr id="910" name="Gráfico 909">
            <a:extLst>
              <a:ext uri="{FF2B5EF4-FFF2-40B4-BE49-F238E27FC236}">
                <a16:creationId xmlns:a16="http://schemas.microsoft.com/office/drawing/2014/main" id="{CD73B105-5BDF-EBC9-A037-D50B2D63207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9"/>
              </a:ext>
            </a:extLst>
          </a:blip>
          <a:stretch>
            <a:fillRect/>
          </a:stretch>
        </p:blipFill>
        <p:spPr>
          <a:xfrm>
            <a:off x="7866099" y="4662881"/>
            <a:ext cx="228600" cy="228600"/>
          </a:xfrm>
          <a:prstGeom prst="rect">
            <a:avLst/>
          </a:prstGeom>
        </p:spPr>
      </p:pic>
      <p:pic>
        <p:nvPicPr>
          <p:cNvPr id="911" name="Gráfico 910">
            <a:extLst>
              <a:ext uri="{FF2B5EF4-FFF2-40B4-BE49-F238E27FC236}">
                <a16:creationId xmlns:a16="http://schemas.microsoft.com/office/drawing/2014/main" id="{6D35CA29-997A-AAA9-8172-5A3CF313E2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0"/>
              </a:ext>
            </a:extLst>
          </a:blip>
          <a:stretch>
            <a:fillRect/>
          </a:stretch>
        </p:blipFill>
        <p:spPr>
          <a:xfrm>
            <a:off x="8140563" y="4674601"/>
            <a:ext cx="228600" cy="228600"/>
          </a:xfrm>
          <a:prstGeom prst="rect">
            <a:avLst/>
          </a:prstGeom>
        </p:spPr>
      </p:pic>
      <p:pic>
        <p:nvPicPr>
          <p:cNvPr id="912" name="Gráfico 911">
            <a:extLst>
              <a:ext uri="{FF2B5EF4-FFF2-40B4-BE49-F238E27FC236}">
                <a16:creationId xmlns:a16="http://schemas.microsoft.com/office/drawing/2014/main" id="{1B53C143-B85D-63EC-E8AF-056CB5D20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1"/>
              </a:ext>
            </a:extLst>
          </a:blip>
          <a:stretch>
            <a:fillRect/>
          </a:stretch>
        </p:blipFill>
        <p:spPr>
          <a:xfrm>
            <a:off x="8415027" y="4675773"/>
            <a:ext cx="228600" cy="228600"/>
          </a:xfrm>
          <a:prstGeom prst="rect">
            <a:avLst/>
          </a:prstGeom>
        </p:spPr>
      </p:pic>
      <p:pic>
        <p:nvPicPr>
          <p:cNvPr id="913" name="Gráfico 912">
            <a:extLst>
              <a:ext uri="{FF2B5EF4-FFF2-40B4-BE49-F238E27FC236}">
                <a16:creationId xmlns:a16="http://schemas.microsoft.com/office/drawing/2014/main" id="{EFF30E4D-9C12-3591-E3CF-3A2985B2E5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2"/>
              </a:ext>
            </a:extLst>
          </a:blip>
          <a:stretch>
            <a:fillRect/>
          </a:stretch>
        </p:blipFill>
        <p:spPr>
          <a:xfrm>
            <a:off x="8689491" y="4676954"/>
            <a:ext cx="228600" cy="228600"/>
          </a:xfrm>
          <a:prstGeom prst="rect">
            <a:avLst/>
          </a:prstGeom>
        </p:spPr>
      </p:pic>
      <p:pic>
        <p:nvPicPr>
          <p:cNvPr id="914" name="Gráfico 913">
            <a:extLst>
              <a:ext uri="{FF2B5EF4-FFF2-40B4-BE49-F238E27FC236}">
                <a16:creationId xmlns:a16="http://schemas.microsoft.com/office/drawing/2014/main" id="{D57B0A42-107D-A5DB-9616-89ED0C2B9B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3"/>
              </a:ext>
            </a:extLst>
          </a:blip>
          <a:stretch>
            <a:fillRect/>
          </a:stretch>
        </p:blipFill>
        <p:spPr>
          <a:xfrm>
            <a:off x="8963955" y="4673429"/>
            <a:ext cx="228600" cy="228600"/>
          </a:xfrm>
          <a:prstGeom prst="rect">
            <a:avLst/>
          </a:prstGeom>
        </p:spPr>
      </p:pic>
      <p:pic>
        <p:nvPicPr>
          <p:cNvPr id="915" name="Gráfico 914">
            <a:extLst>
              <a:ext uri="{FF2B5EF4-FFF2-40B4-BE49-F238E27FC236}">
                <a16:creationId xmlns:a16="http://schemas.microsoft.com/office/drawing/2014/main" id="{07B75ACB-16E7-0A02-34B4-8613E6866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4"/>
              </a:ext>
            </a:extLst>
          </a:blip>
          <a:stretch>
            <a:fillRect/>
          </a:stretch>
        </p:blipFill>
        <p:spPr>
          <a:xfrm>
            <a:off x="9238419" y="4672257"/>
            <a:ext cx="228600" cy="228600"/>
          </a:xfrm>
          <a:prstGeom prst="rect">
            <a:avLst/>
          </a:prstGeom>
        </p:spPr>
      </p:pic>
      <p:pic>
        <p:nvPicPr>
          <p:cNvPr id="916" name="Gráfico 915">
            <a:extLst>
              <a:ext uri="{FF2B5EF4-FFF2-40B4-BE49-F238E27FC236}">
                <a16:creationId xmlns:a16="http://schemas.microsoft.com/office/drawing/2014/main" id="{1C9FE784-FE3D-7506-A34F-FA9979CD8D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5"/>
              </a:ext>
            </a:extLst>
          </a:blip>
          <a:stretch>
            <a:fillRect/>
          </a:stretch>
        </p:blipFill>
        <p:spPr>
          <a:xfrm>
            <a:off x="9512872" y="4641785"/>
            <a:ext cx="228600" cy="228600"/>
          </a:xfrm>
          <a:prstGeom prst="rect">
            <a:avLst/>
          </a:prstGeom>
        </p:spPr>
      </p:pic>
      <p:pic>
        <p:nvPicPr>
          <p:cNvPr id="917" name="Gráfico 916">
            <a:extLst>
              <a:ext uri="{FF2B5EF4-FFF2-40B4-BE49-F238E27FC236}">
                <a16:creationId xmlns:a16="http://schemas.microsoft.com/office/drawing/2014/main" id="{FF9ABBDE-DA0C-F588-3121-1C261AE2B8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6"/>
              </a:ext>
            </a:extLst>
          </a:blip>
          <a:stretch>
            <a:fillRect/>
          </a:stretch>
        </p:blipFill>
        <p:spPr>
          <a:xfrm>
            <a:off x="9833189" y="4645549"/>
            <a:ext cx="228600" cy="228600"/>
          </a:xfrm>
          <a:prstGeom prst="rect">
            <a:avLst/>
          </a:prstGeom>
        </p:spPr>
      </p:pic>
      <p:pic>
        <p:nvPicPr>
          <p:cNvPr id="918" name="Gráfico 917">
            <a:extLst>
              <a:ext uri="{FF2B5EF4-FFF2-40B4-BE49-F238E27FC236}">
                <a16:creationId xmlns:a16="http://schemas.microsoft.com/office/drawing/2014/main" id="{5181930D-6231-BE7E-CDDD-8F390BB37A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7"/>
              </a:ext>
            </a:extLst>
          </a:blip>
          <a:stretch>
            <a:fillRect/>
          </a:stretch>
        </p:blipFill>
        <p:spPr>
          <a:xfrm>
            <a:off x="10098412" y="4642957"/>
            <a:ext cx="228600" cy="228600"/>
          </a:xfrm>
          <a:prstGeom prst="rect">
            <a:avLst/>
          </a:prstGeom>
        </p:spPr>
      </p:pic>
      <p:pic>
        <p:nvPicPr>
          <p:cNvPr id="919" name="Gráfico 918">
            <a:extLst>
              <a:ext uri="{FF2B5EF4-FFF2-40B4-BE49-F238E27FC236}">
                <a16:creationId xmlns:a16="http://schemas.microsoft.com/office/drawing/2014/main" id="{D3278FF7-9796-32E8-4BB2-CEEB2D334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8"/>
              </a:ext>
            </a:extLst>
          </a:blip>
          <a:stretch>
            <a:fillRect/>
          </a:stretch>
        </p:blipFill>
        <p:spPr>
          <a:xfrm>
            <a:off x="10368120" y="4636548"/>
            <a:ext cx="228600" cy="228600"/>
          </a:xfrm>
          <a:prstGeom prst="rect">
            <a:avLst/>
          </a:prstGeom>
        </p:spPr>
      </p:pic>
      <p:pic>
        <p:nvPicPr>
          <p:cNvPr id="920" name="Gráfico 919">
            <a:extLst>
              <a:ext uri="{FF2B5EF4-FFF2-40B4-BE49-F238E27FC236}">
                <a16:creationId xmlns:a16="http://schemas.microsoft.com/office/drawing/2014/main" id="{988544D9-F30F-5269-AB7C-2197FC920E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9"/>
              </a:ext>
            </a:extLst>
          </a:blip>
          <a:stretch>
            <a:fillRect/>
          </a:stretch>
        </p:blipFill>
        <p:spPr>
          <a:xfrm>
            <a:off x="10663035" y="4642957"/>
            <a:ext cx="228600" cy="228600"/>
          </a:xfrm>
          <a:prstGeom prst="rect">
            <a:avLst/>
          </a:prstGeom>
        </p:spPr>
      </p:pic>
      <p:pic>
        <p:nvPicPr>
          <p:cNvPr id="921" name="Gráfico 920">
            <a:extLst>
              <a:ext uri="{FF2B5EF4-FFF2-40B4-BE49-F238E27FC236}">
                <a16:creationId xmlns:a16="http://schemas.microsoft.com/office/drawing/2014/main" id="{58B2E4ED-7FD2-9511-EFD6-830D60D686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0"/>
              </a:ext>
            </a:extLst>
          </a:blip>
          <a:stretch>
            <a:fillRect/>
          </a:stretch>
        </p:blipFill>
        <p:spPr>
          <a:xfrm>
            <a:off x="10733205" y="4242184"/>
            <a:ext cx="228600" cy="228600"/>
          </a:xfrm>
          <a:prstGeom prst="rect">
            <a:avLst/>
          </a:prstGeom>
        </p:spPr>
      </p:pic>
      <p:pic>
        <p:nvPicPr>
          <p:cNvPr id="922" name="Gráfico 921">
            <a:extLst>
              <a:ext uri="{FF2B5EF4-FFF2-40B4-BE49-F238E27FC236}">
                <a16:creationId xmlns:a16="http://schemas.microsoft.com/office/drawing/2014/main" id="{7F75ACF4-D3BA-A15B-1922-9D270F71D3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1"/>
              </a:ext>
            </a:extLst>
          </a:blip>
          <a:stretch>
            <a:fillRect/>
          </a:stretch>
        </p:blipFill>
        <p:spPr>
          <a:xfrm>
            <a:off x="1269933" y="5027188"/>
            <a:ext cx="228600" cy="228600"/>
          </a:xfrm>
          <a:prstGeom prst="rect">
            <a:avLst/>
          </a:prstGeom>
        </p:spPr>
      </p:pic>
      <p:pic>
        <p:nvPicPr>
          <p:cNvPr id="923" name="Gráfico 922">
            <a:extLst>
              <a:ext uri="{FF2B5EF4-FFF2-40B4-BE49-F238E27FC236}">
                <a16:creationId xmlns:a16="http://schemas.microsoft.com/office/drawing/2014/main" id="{04C32A93-841F-D11C-CF79-89DD769247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2"/>
              </a:ext>
            </a:extLst>
          </a:blip>
          <a:stretch>
            <a:fillRect/>
          </a:stretch>
        </p:blipFill>
        <p:spPr>
          <a:xfrm>
            <a:off x="1557233" y="5021455"/>
            <a:ext cx="228600" cy="228600"/>
          </a:xfrm>
          <a:prstGeom prst="rect">
            <a:avLst/>
          </a:prstGeom>
        </p:spPr>
      </p:pic>
      <p:pic>
        <p:nvPicPr>
          <p:cNvPr id="924" name="Gráfico 923">
            <a:extLst>
              <a:ext uri="{FF2B5EF4-FFF2-40B4-BE49-F238E27FC236}">
                <a16:creationId xmlns:a16="http://schemas.microsoft.com/office/drawing/2014/main" id="{D30FC71D-298B-5CBA-B3AF-6089009CC8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3"/>
              </a:ext>
            </a:extLst>
          </a:blip>
          <a:stretch>
            <a:fillRect/>
          </a:stretch>
        </p:blipFill>
        <p:spPr>
          <a:xfrm>
            <a:off x="1844533" y="5000434"/>
            <a:ext cx="228600" cy="228600"/>
          </a:xfrm>
          <a:prstGeom prst="rect">
            <a:avLst/>
          </a:prstGeom>
        </p:spPr>
      </p:pic>
      <p:pic>
        <p:nvPicPr>
          <p:cNvPr id="925" name="Gráfico 924">
            <a:extLst>
              <a:ext uri="{FF2B5EF4-FFF2-40B4-BE49-F238E27FC236}">
                <a16:creationId xmlns:a16="http://schemas.microsoft.com/office/drawing/2014/main" id="{CFF7F1AE-7A3D-6499-339A-AE6F0AB3B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4"/>
              </a:ext>
            </a:extLst>
          </a:blip>
          <a:stretch>
            <a:fillRect/>
          </a:stretch>
        </p:blipFill>
        <p:spPr>
          <a:xfrm>
            <a:off x="2131833" y="5023366"/>
            <a:ext cx="228600" cy="228600"/>
          </a:xfrm>
          <a:prstGeom prst="rect">
            <a:avLst/>
          </a:prstGeom>
        </p:spPr>
      </p:pic>
      <p:pic>
        <p:nvPicPr>
          <p:cNvPr id="926" name="Gráfico 925">
            <a:extLst>
              <a:ext uri="{FF2B5EF4-FFF2-40B4-BE49-F238E27FC236}">
                <a16:creationId xmlns:a16="http://schemas.microsoft.com/office/drawing/2014/main" id="{C9C45D28-2F15-E9CE-8596-A0A07C27DB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5"/>
              </a:ext>
            </a:extLst>
          </a:blip>
          <a:stretch>
            <a:fillRect/>
          </a:stretch>
        </p:blipFill>
        <p:spPr>
          <a:xfrm>
            <a:off x="2419133" y="5008078"/>
            <a:ext cx="228600" cy="228600"/>
          </a:xfrm>
          <a:prstGeom prst="rect">
            <a:avLst/>
          </a:prstGeom>
        </p:spPr>
      </p:pic>
      <p:pic>
        <p:nvPicPr>
          <p:cNvPr id="927" name="Gráfico 926">
            <a:extLst>
              <a:ext uri="{FF2B5EF4-FFF2-40B4-BE49-F238E27FC236}">
                <a16:creationId xmlns:a16="http://schemas.microsoft.com/office/drawing/2014/main" id="{6766E298-800F-F690-644E-88CE5CFD9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6"/>
              </a:ext>
            </a:extLst>
          </a:blip>
          <a:stretch>
            <a:fillRect/>
          </a:stretch>
        </p:blipFill>
        <p:spPr>
          <a:xfrm>
            <a:off x="2706433" y="5009989"/>
            <a:ext cx="228600" cy="228600"/>
          </a:xfrm>
          <a:prstGeom prst="rect">
            <a:avLst/>
          </a:prstGeom>
        </p:spPr>
      </p:pic>
      <p:pic>
        <p:nvPicPr>
          <p:cNvPr id="928" name="Gráfico 927">
            <a:extLst>
              <a:ext uri="{FF2B5EF4-FFF2-40B4-BE49-F238E27FC236}">
                <a16:creationId xmlns:a16="http://schemas.microsoft.com/office/drawing/2014/main" id="{637D58BD-F276-61A1-B62A-B65360AA13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7"/>
              </a:ext>
            </a:extLst>
          </a:blip>
          <a:stretch>
            <a:fillRect/>
          </a:stretch>
        </p:blipFill>
        <p:spPr>
          <a:xfrm>
            <a:off x="2993733" y="5011900"/>
            <a:ext cx="228600" cy="228600"/>
          </a:xfrm>
          <a:prstGeom prst="rect">
            <a:avLst/>
          </a:prstGeom>
        </p:spPr>
      </p:pic>
      <p:pic>
        <p:nvPicPr>
          <p:cNvPr id="929" name="Gráfico 928">
            <a:extLst>
              <a:ext uri="{FF2B5EF4-FFF2-40B4-BE49-F238E27FC236}">
                <a16:creationId xmlns:a16="http://schemas.microsoft.com/office/drawing/2014/main" id="{3149DF1D-490B-0DA4-1B39-8404DF8231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8"/>
              </a:ext>
            </a:extLst>
          </a:blip>
          <a:stretch>
            <a:fillRect/>
          </a:stretch>
        </p:blipFill>
        <p:spPr>
          <a:xfrm>
            <a:off x="3281033" y="5013811"/>
            <a:ext cx="228600" cy="228600"/>
          </a:xfrm>
          <a:prstGeom prst="rect">
            <a:avLst/>
          </a:prstGeom>
        </p:spPr>
      </p:pic>
      <p:pic>
        <p:nvPicPr>
          <p:cNvPr id="930" name="Gráfico 929">
            <a:extLst>
              <a:ext uri="{FF2B5EF4-FFF2-40B4-BE49-F238E27FC236}">
                <a16:creationId xmlns:a16="http://schemas.microsoft.com/office/drawing/2014/main" id="{2D235606-3C97-ED88-7CD8-531B0AA72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9"/>
              </a:ext>
            </a:extLst>
          </a:blip>
          <a:stretch>
            <a:fillRect/>
          </a:stretch>
        </p:blipFill>
        <p:spPr>
          <a:xfrm>
            <a:off x="3568333" y="5025277"/>
            <a:ext cx="228600" cy="228600"/>
          </a:xfrm>
          <a:prstGeom prst="rect">
            <a:avLst/>
          </a:prstGeom>
        </p:spPr>
      </p:pic>
      <p:pic>
        <p:nvPicPr>
          <p:cNvPr id="931" name="Gráfico 930">
            <a:extLst>
              <a:ext uri="{FF2B5EF4-FFF2-40B4-BE49-F238E27FC236}">
                <a16:creationId xmlns:a16="http://schemas.microsoft.com/office/drawing/2014/main" id="{295A0D55-8F98-A7F1-30F5-9E915BB7E2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0"/>
              </a:ext>
            </a:extLst>
          </a:blip>
          <a:stretch>
            <a:fillRect/>
          </a:stretch>
        </p:blipFill>
        <p:spPr>
          <a:xfrm>
            <a:off x="3855633" y="5029108"/>
            <a:ext cx="228600" cy="228600"/>
          </a:xfrm>
          <a:prstGeom prst="rect">
            <a:avLst/>
          </a:prstGeom>
        </p:spPr>
      </p:pic>
      <p:pic>
        <p:nvPicPr>
          <p:cNvPr id="932" name="Gráfico 931">
            <a:extLst>
              <a:ext uri="{FF2B5EF4-FFF2-40B4-BE49-F238E27FC236}">
                <a16:creationId xmlns:a16="http://schemas.microsoft.com/office/drawing/2014/main" id="{819983E9-C63C-7312-9D4E-FB50BA78EE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1"/>
              </a:ext>
            </a:extLst>
          </a:blip>
          <a:stretch>
            <a:fillRect/>
          </a:stretch>
        </p:blipFill>
        <p:spPr>
          <a:xfrm>
            <a:off x="4142933" y="5015722"/>
            <a:ext cx="228600" cy="228600"/>
          </a:xfrm>
          <a:prstGeom prst="rect">
            <a:avLst/>
          </a:prstGeom>
        </p:spPr>
      </p:pic>
      <p:pic>
        <p:nvPicPr>
          <p:cNvPr id="933" name="Gráfico 932">
            <a:extLst>
              <a:ext uri="{FF2B5EF4-FFF2-40B4-BE49-F238E27FC236}">
                <a16:creationId xmlns:a16="http://schemas.microsoft.com/office/drawing/2014/main" id="{F1F73D9B-0DF1-5DED-8EB6-80A4B9FBC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2"/>
              </a:ext>
            </a:extLst>
          </a:blip>
          <a:stretch>
            <a:fillRect/>
          </a:stretch>
        </p:blipFill>
        <p:spPr>
          <a:xfrm>
            <a:off x="4430233" y="5017633"/>
            <a:ext cx="228600" cy="228600"/>
          </a:xfrm>
          <a:prstGeom prst="rect">
            <a:avLst/>
          </a:prstGeom>
        </p:spPr>
      </p:pic>
      <p:pic>
        <p:nvPicPr>
          <p:cNvPr id="934" name="Gráfico 933">
            <a:extLst>
              <a:ext uri="{FF2B5EF4-FFF2-40B4-BE49-F238E27FC236}">
                <a16:creationId xmlns:a16="http://schemas.microsoft.com/office/drawing/2014/main" id="{3F8C0872-5D56-D638-66B7-FB3100B17A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3"/>
              </a:ext>
            </a:extLst>
          </a:blip>
          <a:stretch>
            <a:fillRect/>
          </a:stretch>
        </p:blipFill>
        <p:spPr>
          <a:xfrm>
            <a:off x="4717533" y="4996612"/>
            <a:ext cx="228600" cy="228600"/>
          </a:xfrm>
          <a:prstGeom prst="rect">
            <a:avLst/>
          </a:prstGeom>
        </p:spPr>
      </p:pic>
      <p:pic>
        <p:nvPicPr>
          <p:cNvPr id="935" name="Gráfico 934">
            <a:extLst>
              <a:ext uri="{FF2B5EF4-FFF2-40B4-BE49-F238E27FC236}">
                <a16:creationId xmlns:a16="http://schemas.microsoft.com/office/drawing/2014/main" id="{FF00F33F-3534-E184-E52C-D52EABA3B7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4"/>
              </a:ext>
            </a:extLst>
          </a:blip>
          <a:stretch>
            <a:fillRect/>
          </a:stretch>
        </p:blipFill>
        <p:spPr>
          <a:xfrm>
            <a:off x="5004833" y="5019544"/>
            <a:ext cx="228600" cy="228600"/>
          </a:xfrm>
          <a:prstGeom prst="rect">
            <a:avLst/>
          </a:prstGeom>
        </p:spPr>
      </p:pic>
      <p:pic>
        <p:nvPicPr>
          <p:cNvPr id="936" name="Gráfico 935">
            <a:extLst>
              <a:ext uri="{FF2B5EF4-FFF2-40B4-BE49-F238E27FC236}">
                <a16:creationId xmlns:a16="http://schemas.microsoft.com/office/drawing/2014/main" id="{F968CDE7-0876-1AEB-BADA-59BEB1F85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5"/>
              </a:ext>
            </a:extLst>
          </a:blip>
          <a:stretch>
            <a:fillRect/>
          </a:stretch>
        </p:blipFill>
        <p:spPr>
          <a:xfrm>
            <a:off x="5292133" y="4998523"/>
            <a:ext cx="228600" cy="228600"/>
          </a:xfrm>
          <a:prstGeom prst="rect">
            <a:avLst/>
          </a:prstGeom>
        </p:spPr>
      </p:pic>
      <p:pic>
        <p:nvPicPr>
          <p:cNvPr id="937" name="Gráfico 936">
            <a:extLst>
              <a:ext uri="{FF2B5EF4-FFF2-40B4-BE49-F238E27FC236}">
                <a16:creationId xmlns:a16="http://schemas.microsoft.com/office/drawing/2014/main" id="{D749C548-B606-3CCC-8CFF-076067EAB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6"/>
              </a:ext>
            </a:extLst>
          </a:blip>
          <a:stretch>
            <a:fillRect/>
          </a:stretch>
        </p:blipFill>
        <p:spPr>
          <a:xfrm>
            <a:off x="5579433" y="4988968"/>
            <a:ext cx="228600" cy="228600"/>
          </a:xfrm>
          <a:prstGeom prst="rect">
            <a:avLst/>
          </a:prstGeom>
        </p:spPr>
      </p:pic>
      <p:pic>
        <p:nvPicPr>
          <p:cNvPr id="938" name="Gráfico 937">
            <a:extLst>
              <a:ext uri="{FF2B5EF4-FFF2-40B4-BE49-F238E27FC236}">
                <a16:creationId xmlns:a16="http://schemas.microsoft.com/office/drawing/2014/main" id="{448E506E-3A93-1B85-2947-B8ABA235C1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7"/>
              </a:ext>
            </a:extLst>
          </a:blip>
          <a:stretch>
            <a:fillRect/>
          </a:stretch>
        </p:blipFill>
        <p:spPr>
          <a:xfrm>
            <a:off x="5866733" y="4994701"/>
            <a:ext cx="228600" cy="228600"/>
          </a:xfrm>
          <a:prstGeom prst="rect">
            <a:avLst/>
          </a:prstGeom>
        </p:spPr>
      </p:pic>
      <p:pic>
        <p:nvPicPr>
          <p:cNvPr id="939" name="Gráfico 938">
            <a:extLst>
              <a:ext uri="{FF2B5EF4-FFF2-40B4-BE49-F238E27FC236}">
                <a16:creationId xmlns:a16="http://schemas.microsoft.com/office/drawing/2014/main" id="{55653BE1-41B7-348C-6CAC-3C5A8B2EA9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8"/>
              </a:ext>
            </a:extLst>
          </a:blip>
          <a:stretch>
            <a:fillRect/>
          </a:stretch>
        </p:blipFill>
        <p:spPr>
          <a:xfrm>
            <a:off x="6154033" y="4990879"/>
            <a:ext cx="228600" cy="228600"/>
          </a:xfrm>
          <a:prstGeom prst="rect">
            <a:avLst/>
          </a:prstGeom>
        </p:spPr>
      </p:pic>
      <p:pic>
        <p:nvPicPr>
          <p:cNvPr id="940" name="Gráfico 939">
            <a:extLst>
              <a:ext uri="{FF2B5EF4-FFF2-40B4-BE49-F238E27FC236}">
                <a16:creationId xmlns:a16="http://schemas.microsoft.com/office/drawing/2014/main" id="{3E4457FC-9B4D-3A3E-C30A-E8B2D3A2E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9"/>
              </a:ext>
            </a:extLst>
          </a:blip>
          <a:stretch>
            <a:fillRect/>
          </a:stretch>
        </p:blipFill>
        <p:spPr>
          <a:xfrm>
            <a:off x="6441333" y="5002345"/>
            <a:ext cx="228600" cy="228600"/>
          </a:xfrm>
          <a:prstGeom prst="rect">
            <a:avLst/>
          </a:prstGeom>
        </p:spPr>
      </p:pic>
      <p:pic>
        <p:nvPicPr>
          <p:cNvPr id="941" name="Gráfico 940">
            <a:extLst>
              <a:ext uri="{FF2B5EF4-FFF2-40B4-BE49-F238E27FC236}">
                <a16:creationId xmlns:a16="http://schemas.microsoft.com/office/drawing/2014/main" id="{467F7073-8826-E61D-D3AC-E087B6C947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0"/>
              </a:ext>
            </a:extLst>
          </a:blip>
          <a:stretch>
            <a:fillRect/>
          </a:stretch>
        </p:blipFill>
        <p:spPr>
          <a:xfrm>
            <a:off x="6728633" y="5004256"/>
            <a:ext cx="228600" cy="228600"/>
          </a:xfrm>
          <a:prstGeom prst="rect">
            <a:avLst/>
          </a:prstGeom>
        </p:spPr>
      </p:pic>
      <p:pic>
        <p:nvPicPr>
          <p:cNvPr id="942" name="Gráfico 941">
            <a:extLst>
              <a:ext uri="{FF2B5EF4-FFF2-40B4-BE49-F238E27FC236}">
                <a16:creationId xmlns:a16="http://schemas.microsoft.com/office/drawing/2014/main" id="{5AAEF09C-28A6-1F29-A916-243825541C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1"/>
              </a:ext>
            </a:extLst>
          </a:blip>
          <a:stretch>
            <a:fillRect/>
          </a:stretch>
        </p:blipFill>
        <p:spPr>
          <a:xfrm>
            <a:off x="7015933" y="4985146"/>
            <a:ext cx="228600" cy="228600"/>
          </a:xfrm>
          <a:prstGeom prst="rect">
            <a:avLst/>
          </a:prstGeom>
        </p:spPr>
      </p:pic>
      <p:pic>
        <p:nvPicPr>
          <p:cNvPr id="943" name="Gráfico 942">
            <a:extLst>
              <a:ext uri="{FF2B5EF4-FFF2-40B4-BE49-F238E27FC236}">
                <a16:creationId xmlns:a16="http://schemas.microsoft.com/office/drawing/2014/main" id="{D30557E8-E64C-C272-552E-FA3D165EC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2"/>
              </a:ext>
            </a:extLst>
          </a:blip>
          <a:stretch>
            <a:fillRect/>
          </a:stretch>
        </p:blipFill>
        <p:spPr>
          <a:xfrm>
            <a:off x="7303233" y="4992790"/>
            <a:ext cx="228600" cy="228600"/>
          </a:xfrm>
          <a:prstGeom prst="rect">
            <a:avLst/>
          </a:prstGeom>
        </p:spPr>
      </p:pic>
      <p:pic>
        <p:nvPicPr>
          <p:cNvPr id="944" name="Gráfico 943">
            <a:extLst>
              <a:ext uri="{FF2B5EF4-FFF2-40B4-BE49-F238E27FC236}">
                <a16:creationId xmlns:a16="http://schemas.microsoft.com/office/drawing/2014/main" id="{618A44DE-40D5-48F7-FC91-01ABD4AC6B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3"/>
              </a:ext>
            </a:extLst>
          </a:blip>
          <a:stretch>
            <a:fillRect/>
          </a:stretch>
        </p:blipFill>
        <p:spPr>
          <a:xfrm>
            <a:off x="7590533" y="4987057"/>
            <a:ext cx="228600" cy="228600"/>
          </a:xfrm>
          <a:prstGeom prst="rect">
            <a:avLst/>
          </a:prstGeom>
        </p:spPr>
      </p:pic>
      <p:pic>
        <p:nvPicPr>
          <p:cNvPr id="945" name="Gráfico 944">
            <a:extLst>
              <a:ext uri="{FF2B5EF4-FFF2-40B4-BE49-F238E27FC236}">
                <a16:creationId xmlns:a16="http://schemas.microsoft.com/office/drawing/2014/main" id="{1C0681D4-F704-0754-FC94-5453E543EE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4"/>
              </a:ext>
            </a:extLst>
          </a:blip>
          <a:stretch>
            <a:fillRect/>
          </a:stretch>
        </p:blipFill>
        <p:spPr>
          <a:xfrm>
            <a:off x="7877822" y="5006167"/>
            <a:ext cx="228600" cy="228600"/>
          </a:xfrm>
          <a:prstGeom prst="rect">
            <a:avLst/>
          </a:prstGeom>
        </p:spPr>
      </p:pic>
      <p:pic>
        <p:nvPicPr>
          <p:cNvPr id="946" name="Gráfico 945">
            <a:extLst>
              <a:ext uri="{FF2B5EF4-FFF2-40B4-BE49-F238E27FC236}">
                <a16:creationId xmlns:a16="http://schemas.microsoft.com/office/drawing/2014/main" id="{78F66991-05DC-85C8-C079-BBB470C4DE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5"/>
              </a:ext>
            </a:extLst>
          </a:blip>
          <a:stretch>
            <a:fillRect/>
          </a:stretch>
        </p:blipFill>
        <p:spPr>
          <a:xfrm>
            <a:off x="8162446" y="4980553"/>
            <a:ext cx="228600" cy="228600"/>
          </a:xfrm>
          <a:prstGeom prst="rect">
            <a:avLst/>
          </a:prstGeom>
        </p:spPr>
      </p:pic>
      <p:pic>
        <p:nvPicPr>
          <p:cNvPr id="947" name="Gráfico 946">
            <a:extLst>
              <a:ext uri="{FF2B5EF4-FFF2-40B4-BE49-F238E27FC236}">
                <a16:creationId xmlns:a16="http://schemas.microsoft.com/office/drawing/2014/main" id="{FC321952-FFBD-3B4A-F37D-13880B86F6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6"/>
              </a:ext>
            </a:extLst>
          </a:blip>
          <a:stretch>
            <a:fillRect/>
          </a:stretch>
        </p:blipFill>
        <p:spPr>
          <a:xfrm>
            <a:off x="8486830" y="4980553"/>
            <a:ext cx="228600" cy="228600"/>
          </a:xfrm>
          <a:prstGeom prst="rect">
            <a:avLst/>
          </a:prstGeom>
        </p:spPr>
      </p:pic>
      <p:pic>
        <p:nvPicPr>
          <p:cNvPr id="948" name="Gráfico 947">
            <a:extLst>
              <a:ext uri="{FF2B5EF4-FFF2-40B4-BE49-F238E27FC236}">
                <a16:creationId xmlns:a16="http://schemas.microsoft.com/office/drawing/2014/main" id="{F699D3F1-12AF-E32F-8757-CEA800DEEE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7"/>
              </a:ext>
            </a:extLst>
          </a:blip>
          <a:stretch>
            <a:fillRect/>
          </a:stretch>
        </p:blipFill>
        <p:spPr>
          <a:xfrm>
            <a:off x="8766274" y="4998138"/>
            <a:ext cx="228600" cy="228600"/>
          </a:xfrm>
          <a:prstGeom prst="rect">
            <a:avLst/>
          </a:prstGeom>
        </p:spPr>
      </p:pic>
      <p:pic>
        <p:nvPicPr>
          <p:cNvPr id="949" name="Gráfico 948">
            <a:extLst>
              <a:ext uri="{FF2B5EF4-FFF2-40B4-BE49-F238E27FC236}">
                <a16:creationId xmlns:a16="http://schemas.microsoft.com/office/drawing/2014/main" id="{F953035D-1D77-5F84-EAA9-5F182031F4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8"/>
              </a:ext>
            </a:extLst>
          </a:blip>
          <a:stretch>
            <a:fillRect/>
          </a:stretch>
        </p:blipFill>
        <p:spPr>
          <a:xfrm>
            <a:off x="9050898" y="4994701"/>
            <a:ext cx="228600" cy="228600"/>
          </a:xfrm>
          <a:prstGeom prst="rect">
            <a:avLst/>
          </a:prstGeom>
        </p:spPr>
      </p:pic>
      <p:pic>
        <p:nvPicPr>
          <p:cNvPr id="950" name="Gráfico 949">
            <a:extLst>
              <a:ext uri="{FF2B5EF4-FFF2-40B4-BE49-F238E27FC236}">
                <a16:creationId xmlns:a16="http://schemas.microsoft.com/office/drawing/2014/main" id="{C31FB8E6-F478-A6D8-E190-05EB93AC75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9"/>
              </a:ext>
            </a:extLst>
          </a:blip>
          <a:stretch>
            <a:fillRect/>
          </a:stretch>
        </p:blipFill>
        <p:spPr>
          <a:xfrm>
            <a:off x="9335522" y="4980553"/>
            <a:ext cx="228600" cy="228600"/>
          </a:xfrm>
          <a:prstGeom prst="rect">
            <a:avLst/>
          </a:prstGeom>
        </p:spPr>
      </p:pic>
      <p:pic>
        <p:nvPicPr>
          <p:cNvPr id="951" name="Gráfico 950">
            <a:extLst>
              <a:ext uri="{FF2B5EF4-FFF2-40B4-BE49-F238E27FC236}">
                <a16:creationId xmlns:a16="http://schemas.microsoft.com/office/drawing/2014/main" id="{6B8B1C91-797E-E050-48DE-DAED11DB76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0"/>
              </a:ext>
            </a:extLst>
          </a:blip>
          <a:stretch>
            <a:fillRect/>
          </a:stretch>
        </p:blipFill>
        <p:spPr>
          <a:xfrm>
            <a:off x="9621310" y="4963731"/>
            <a:ext cx="228600" cy="228600"/>
          </a:xfrm>
          <a:prstGeom prst="rect">
            <a:avLst/>
          </a:prstGeom>
        </p:spPr>
      </p:pic>
      <p:pic>
        <p:nvPicPr>
          <p:cNvPr id="952" name="Gráfico 951">
            <a:extLst>
              <a:ext uri="{FF2B5EF4-FFF2-40B4-BE49-F238E27FC236}">
                <a16:creationId xmlns:a16="http://schemas.microsoft.com/office/drawing/2014/main" id="{13AD5A7A-A32E-4DCF-56EB-24E7897038D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1"/>
              </a:ext>
            </a:extLst>
          </a:blip>
          <a:stretch>
            <a:fillRect/>
          </a:stretch>
        </p:blipFill>
        <p:spPr>
          <a:xfrm>
            <a:off x="9907098" y="4963731"/>
            <a:ext cx="228600" cy="228600"/>
          </a:xfrm>
          <a:prstGeom prst="rect">
            <a:avLst/>
          </a:prstGeom>
        </p:spPr>
      </p:pic>
      <p:pic>
        <p:nvPicPr>
          <p:cNvPr id="953" name="Gráfico 952">
            <a:extLst>
              <a:ext uri="{FF2B5EF4-FFF2-40B4-BE49-F238E27FC236}">
                <a16:creationId xmlns:a16="http://schemas.microsoft.com/office/drawing/2014/main" id="{EFE65150-9FCF-ECFF-C225-B0EB2BD1C9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2"/>
              </a:ext>
            </a:extLst>
          </a:blip>
          <a:stretch>
            <a:fillRect/>
          </a:stretch>
        </p:blipFill>
        <p:spPr>
          <a:xfrm>
            <a:off x="10184214" y="4963731"/>
            <a:ext cx="228600" cy="228600"/>
          </a:xfrm>
          <a:prstGeom prst="rect">
            <a:avLst/>
          </a:prstGeom>
        </p:spPr>
      </p:pic>
      <p:pic>
        <p:nvPicPr>
          <p:cNvPr id="954" name="Gráfico 953">
            <a:extLst>
              <a:ext uri="{FF2B5EF4-FFF2-40B4-BE49-F238E27FC236}">
                <a16:creationId xmlns:a16="http://schemas.microsoft.com/office/drawing/2014/main" id="{EC445B55-5C92-2AB6-3F0A-D9730A77D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3"/>
              </a:ext>
            </a:extLst>
          </a:blip>
          <a:stretch>
            <a:fillRect/>
          </a:stretch>
        </p:blipFill>
        <p:spPr>
          <a:xfrm>
            <a:off x="10406952" y="4963731"/>
            <a:ext cx="228600" cy="228600"/>
          </a:xfrm>
          <a:prstGeom prst="rect">
            <a:avLst/>
          </a:prstGeom>
        </p:spPr>
      </p:pic>
      <p:pic>
        <p:nvPicPr>
          <p:cNvPr id="955" name="Gráfico 954">
            <a:extLst>
              <a:ext uri="{FF2B5EF4-FFF2-40B4-BE49-F238E27FC236}">
                <a16:creationId xmlns:a16="http://schemas.microsoft.com/office/drawing/2014/main" id="{6F49F0CD-C221-AF37-98EC-886BD3D214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4"/>
              </a:ext>
            </a:extLst>
          </a:blip>
          <a:stretch>
            <a:fillRect/>
          </a:stretch>
        </p:blipFill>
        <p:spPr>
          <a:xfrm>
            <a:off x="10683161" y="4929430"/>
            <a:ext cx="228600" cy="228600"/>
          </a:xfrm>
          <a:prstGeom prst="rect">
            <a:avLst/>
          </a:prstGeom>
        </p:spPr>
      </p:pic>
      <p:pic>
        <p:nvPicPr>
          <p:cNvPr id="956" name="Gráfico 955">
            <a:extLst>
              <a:ext uri="{FF2B5EF4-FFF2-40B4-BE49-F238E27FC236}">
                <a16:creationId xmlns:a16="http://schemas.microsoft.com/office/drawing/2014/main" id="{9CB8A758-B874-9CAF-97C8-7EC014F402A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5"/>
              </a:ext>
            </a:extLst>
          </a:blip>
          <a:stretch>
            <a:fillRect/>
          </a:stretch>
        </p:blipFill>
        <p:spPr>
          <a:xfrm>
            <a:off x="1269933" y="5388749"/>
            <a:ext cx="228600" cy="228600"/>
          </a:xfrm>
          <a:prstGeom prst="rect">
            <a:avLst/>
          </a:prstGeom>
        </p:spPr>
      </p:pic>
      <p:pic>
        <p:nvPicPr>
          <p:cNvPr id="957" name="Gráfico 956">
            <a:extLst>
              <a:ext uri="{FF2B5EF4-FFF2-40B4-BE49-F238E27FC236}">
                <a16:creationId xmlns:a16="http://schemas.microsoft.com/office/drawing/2014/main" id="{38489E90-D372-04F8-621A-88B77000EE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6"/>
              </a:ext>
            </a:extLst>
          </a:blip>
          <a:stretch>
            <a:fillRect/>
          </a:stretch>
        </p:blipFill>
        <p:spPr>
          <a:xfrm>
            <a:off x="1555182" y="5391826"/>
            <a:ext cx="228600" cy="228600"/>
          </a:xfrm>
          <a:prstGeom prst="rect">
            <a:avLst/>
          </a:prstGeom>
        </p:spPr>
      </p:pic>
      <p:pic>
        <p:nvPicPr>
          <p:cNvPr id="958" name="Gráfico 957">
            <a:extLst>
              <a:ext uri="{FF2B5EF4-FFF2-40B4-BE49-F238E27FC236}">
                <a16:creationId xmlns:a16="http://schemas.microsoft.com/office/drawing/2014/main" id="{9C794D38-9076-8D27-4163-DE14EDE37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7"/>
              </a:ext>
            </a:extLst>
          </a:blip>
          <a:stretch>
            <a:fillRect/>
          </a:stretch>
        </p:blipFill>
        <p:spPr>
          <a:xfrm>
            <a:off x="1840431" y="5394909"/>
            <a:ext cx="228600" cy="228600"/>
          </a:xfrm>
          <a:prstGeom prst="rect">
            <a:avLst/>
          </a:prstGeom>
        </p:spPr>
      </p:pic>
      <p:pic>
        <p:nvPicPr>
          <p:cNvPr id="959" name="Gráfico 958">
            <a:extLst>
              <a:ext uri="{FF2B5EF4-FFF2-40B4-BE49-F238E27FC236}">
                <a16:creationId xmlns:a16="http://schemas.microsoft.com/office/drawing/2014/main" id="{6526F5A3-5E76-EE71-D517-9D43B09026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8"/>
              </a:ext>
            </a:extLst>
          </a:blip>
          <a:stretch>
            <a:fillRect/>
          </a:stretch>
        </p:blipFill>
        <p:spPr>
          <a:xfrm>
            <a:off x="2125680" y="5385672"/>
            <a:ext cx="228600" cy="228600"/>
          </a:xfrm>
          <a:prstGeom prst="rect">
            <a:avLst/>
          </a:prstGeom>
        </p:spPr>
      </p:pic>
      <p:pic>
        <p:nvPicPr>
          <p:cNvPr id="960" name="Gráfico 959">
            <a:extLst>
              <a:ext uri="{FF2B5EF4-FFF2-40B4-BE49-F238E27FC236}">
                <a16:creationId xmlns:a16="http://schemas.microsoft.com/office/drawing/2014/main" id="{2F0B058F-9EE8-2B2C-86D2-016B7E8641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9"/>
              </a:ext>
            </a:extLst>
          </a:blip>
          <a:stretch>
            <a:fillRect/>
          </a:stretch>
        </p:blipFill>
        <p:spPr>
          <a:xfrm>
            <a:off x="2410929" y="5370287"/>
            <a:ext cx="228600" cy="228600"/>
          </a:xfrm>
          <a:prstGeom prst="rect">
            <a:avLst/>
          </a:prstGeom>
        </p:spPr>
      </p:pic>
      <p:pic>
        <p:nvPicPr>
          <p:cNvPr id="961" name="Gráfico 960">
            <a:extLst>
              <a:ext uri="{FF2B5EF4-FFF2-40B4-BE49-F238E27FC236}">
                <a16:creationId xmlns:a16="http://schemas.microsoft.com/office/drawing/2014/main" id="{90F10DFC-776B-857E-41A4-437E45D840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0"/>
              </a:ext>
            </a:extLst>
          </a:blip>
          <a:stretch>
            <a:fillRect/>
          </a:stretch>
        </p:blipFill>
        <p:spPr>
          <a:xfrm>
            <a:off x="2696178" y="5354902"/>
            <a:ext cx="228600" cy="228600"/>
          </a:xfrm>
          <a:prstGeom prst="rect">
            <a:avLst/>
          </a:prstGeom>
        </p:spPr>
      </p:pic>
      <p:pic>
        <p:nvPicPr>
          <p:cNvPr id="962" name="Gráfico 961">
            <a:extLst>
              <a:ext uri="{FF2B5EF4-FFF2-40B4-BE49-F238E27FC236}">
                <a16:creationId xmlns:a16="http://schemas.microsoft.com/office/drawing/2014/main" id="{86F7E0A4-E2A7-2C92-3451-9A39D8A1F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1"/>
              </a:ext>
            </a:extLst>
          </a:blip>
          <a:stretch>
            <a:fillRect/>
          </a:stretch>
        </p:blipFill>
        <p:spPr>
          <a:xfrm>
            <a:off x="2981427" y="5373364"/>
            <a:ext cx="228600" cy="228600"/>
          </a:xfrm>
          <a:prstGeom prst="rect">
            <a:avLst/>
          </a:prstGeom>
        </p:spPr>
      </p:pic>
      <p:pic>
        <p:nvPicPr>
          <p:cNvPr id="963" name="Gráfico 962">
            <a:extLst>
              <a:ext uri="{FF2B5EF4-FFF2-40B4-BE49-F238E27FC236}">
                <a16:creationId xmlns:a16="http://schemas.microsoft.com/office/drawing/2014/main" id="{5A2844D8-4650-EC10-7E31-FAE59378E1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2"/>
              </a:ext>
            </a:extLst>
          </a:blip>
          <a:stretch>
            <a:fillRect/>
          </a:stretch>
        </p:blipFill>
        <p:spPr>
          <a:xfrm>
            <a:off x="3266676" y="5379518"/>
            <a:ext cx="228600" cy="228600"/>
          </a:xfrm>
          <a:prstGeom prst="rect">
            <a:avLst/>
          </a:prstGeom>
        </p:spPr>
      </p:pic>
      <p:pic>
        <p:nvPicPr>
          <p:cNvPr id="964" name="Gráfico 963">
            <a:extLst>
              <a:ext uri="{FF2B5EF4-FFF2-40B4-BE49-F238E27FC236}">
                <a16:creationId xmlns:a16="http://schemas.microsoft.com/office/drawing/2014/main" id="{911F7ADF-5F90-B19C-6150-42C2AABC29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3"/>
              </a:ext>
            </a:extLst>
          </a:blip>
          <a:stretch>
            <a:fillRect/>
          </a:stretch>
        </p:blipFill>
        <p:spPr>
          <a:xfrm>
            <a:off x="3551925" y="5382595"/>
            <a:ext cx="228600" cy="228600"/>
          </a:xfrm>
          <a:prstGeom prst="rect">
            <a:avLst/>
          </a:prstGeom>
        </p:spPr>
      </p:pic>
      <p:pic>
        <p:nvPicPr>
          <p:cNvPr id="965" name="Gráfico 964">
            <a:extLst>
              <a:ext uri="{FF2B5EF4-FFF2-40B4-BE49-F238E27FC236}">
                <a16:creationId xmlns:a16="http://schemas.microsoft.com/office/drawing/2014/main" id="{73BEC620-5505-AD29-0E0A-7BD8A4AE7F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4"/>
              </a:ext>
            </a:extLst>
          </a:blip>
          <a:stretch>
            <a:fillRect/>
          </a:stretch>
        </p:blipFill>
        <p:spPr>
          <a:xfrm>
            <a:off x="3837174" y="5376441"/>
            <a:ext cx="228600" cy="228600"/>
          </a:xfrm>
          <a:prstGeom prst="rect">
            <a:avLst/>
          </a:prstGeom>
        </p:spPr>
      </p:pic>
      <p:pic>
        <p:nvPicPr>
          <p:cNvPr id="966" name="Gráfico 965">
            <a:extLst>
              <a:ext uri="{FF2B5EF4-FFF2-40B4-BE49-F238E27FC236}">
                <a16:creationId xmlns:a16="http://schemas.microsoft.com/office/drawing/2014/main" id="{54857369-A680-09B6-BC00-492DAD6A06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5"/>
              </a:ext>
            </a:extLst>
          </a:blip>
          <a:stretch>
            <a:fillRect/>
          </a:stretch>
        </p:blipFill>
        <p:spPr>
          <a:xfrm>
            <a:off x="4122423" y="5357979"/>
            <a:ext cx="228600" cy="228600"/>
          </a:xfrm>
          <a:prstGeom prst="rect">
            <a:avLst/>
          </a:prstGeom>
        </p:spPr>
      </p:pic>
      <p:pic>
        <p:nvPicPr>
          <p:cNvPr id="967" name="Gráfico 966">
            <a:extLst>
              <a:ext uri="{FF2B5EF4-FFF2-40B4-BE49-F238E27FC236}">
                <a16:creationId xmlns:a16="http://schemas.microsoft.com/office/drawing/2014/main" id="{B4A2A9E9-E0A3-65AC-22F2-8112B7AA2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6"/>
              </a:ext>
            </a:extLst>
          </a:blip>
          <a:stretch>
            <a:fillRect/>
          </a:stretch>
        </p:blipFill>
        <p:spPr>
          <a:xfrm>
            <a:off x="4407672" y="5361056"/>
            <a:ext cx="228600" cy="228600"/>
          </a:xfrm>
          <a:prstGeom prst="rect">
            <a:avLst/>
          </a:prstGeom>
        </p:spPr>
      </p:pic>
      <p:pic>
        <p:nvPicPr>
          <p:cNvPr id="968" name="Gráfico 967">
            <a:extLst>
              <a:ext uri="{FF2B5EF4-FFF2-40B4-BE49-F238E27FC236}">
                <a16:creationId xmlns:a16="http://schemas.microsoft.com/office/drawing/2014/main" id="{A3C3D3CD-FEF3-A72B-5363-CD229F6513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7"/>
              </a:ext>
            </a:extLst>
          </a:blip>
          <a:stretch>
            <a:fillRect/>
          </a:stretch>
        </p:blipFill>
        <p:spPr>
          <a:xfrm>
            <a:off x="4692921" y="5317978"/>
            <a:ext cx="228600" cy="228600"/>
          </a:xfrm>
          <a:prstGeom prst="rect">
            <a:avLst/>
          </a:prstGeom>
        </p:spPr>
      </p:pic>
      <p:pic>
        <p:nvPicPr>
          <p:cNvPr id="969" name="Gráfico 968">
            <a:extLst>
              <a:ext uri="{FF2B5EF4-FFF2-40B4-BE49-F238E27FC236}">
                <a16:creationId xmlns:a16="http://schemas.microsoft.com/office/drawing/2014/main" id="{4AC24DEC-4BDC-4B36-CFEE-7C9D6E080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8"/>
              </a:ext>
            </a:extLst>
          </a:blip>
          <a:stretch>
            <a:fillRect/>
          </a:stretch>
        </p:blipFill>
        <p:spPr>
          <a:xfrm>
            <a:off x="4978170" y="5367210"/>
            <a:ext cx="228600" cy="228600"/>
          </a:xfrm>
          <a:prstGeom prst="rect">
            <a:avLst/>
          </a:prstGeom>
        </p:spPr>
      </p:pic>
      <p:pic>
        <p:nvPicPr>
          <p:cNvPr id="970" name="Gráfico 969">
            <a:extLst>
              <a:ext uri="{FF2B5EF4-FFF2-40B4-BE49-F238E27FC236}">
                <a16:creationId xmlns:a16="http://schemas.microsoft.com/office/drawing/2014/main" id="{ACB1FCA4-903D-98FD-30F3-4940BEBF00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9"/>
              </a:ext>
            </a:extLst>
          </a:blip>
          <a:stretch>
            <a:fillRect/>
          </a:stretch>
        </p:blipFill>
        <p:spPr>
          <a:xfrm>
            <a:off x="5263419" y="5348748"/>
            <a:ext cx="228600" cy="228600"/>
          </a:xfrm>
          <a:prstGeom prst="rect">
            <a:avLst/>
          </a:prstGeom>
        </p:spPr>
      </p:pic>
      <p:pic>
        <p:nvPicPr>
          <p:cNvPr id="971" name="Gráfico 970">
            <a:extLst>
              <a:ext uri="{FF2B5EF4-FFF2-40B4-BE49-F238E27FC236}">
                <a16:creationId xmlns:a16="http://schemas.microsoft.com/office/drawing/2014/main" id="{7E4BE719-FB90-9ED0-BF8C-B536116615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0"/>
              </a:ext>
            </a:extLst>
          </a:blip>
          <a:stretch>
            <a:fillRect/>
          </a:stretch>
        </p:blipFill>
        <p:spPr>
          <a:xfrm>
            <a:off x="5548668" y="5339517"/>
            <a:ext cx="228600" cy="228600"/>
          </a:xfrm>
          <a:prstGeom prst="rect">
            <a:avLst/>
          </a:prstGeom>
        </p:spPr>
      </p:pic>
      <p:pic>
        <p:nvPicPr>
          <p:cNvPr id="972" name="Gráfico 971">
            <a:extLst>
              <a:ext uri="{FF2B5EF4-FFF2-40B4-BE49-F238E27FC236}">
                <a16:creationId xmlns:a16="http://schemas.microsoft.com/office/drawing/2014/main" id="{CD1893C4-AEC0-21C7-AD8F-4A4AC1557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1"/>
              </a:ext>
            </a:extLst>
          </a:blip>
          <a:stretch>
            <a:fillRect/>
          </a:stretch>
        </p:blipFill>
        <p:spPr>
          <a:xfrm>
            <a:off x="5833917" y="5305670"/>
            <a:ext cx="228600" cy="228600"/>
          </a:xfrm>
          <a:prstGeom prst="rect">
            <a:avLst/>
          </a:prstGeom>
        </p:spPr>
      </p:pic>
      <p:pic>
        <p:nvPicPr>
          <p:cNvPr id="973" name="Gráfico 972">
            <a:extLst>
              <a:ext uri="{FF2B5EF4-FFF2-40B4-BE49-F238E27FC236}">
                <a16:creationId xmlns:a16="http://schemas.microsoft.com/office/drawing/2014/main" id="{CBEA6650-ACC8-DC82-22FA-946EDE1F79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2"/>
              </a:ext>
            </a:extLst>
          </a:blip>
          <a:stretch>
            <a:fillRect/>
          </a:stretch>
        </p:blipFill>
        <p:spPr>
          <a:xfrm>
            <a:off x="6119166" y="5336440"/>
            <a:ext cx="228600" cy="228600"/>
          </a:xfrm>
          <a:prstGeom prst="rect">
            <a:avLst/>
          </a:prstGeom>
        </p:spPr>
      </p:pic>
      <p:pic>
        <p:nvPicPr>
          <p:cNvPr id="974" name="Gráfico 973">
            <a:extLst>
              <a:ext uri="{FF2B5EF4-FFF2-40B4-BE49-F238E27FC236}">
                <a16:creationId xmlns:a16="http://schemas.microsoft.com/office/drawing/2014/main" id="{1FA23565-7E66-19D2-37AF-06D891406E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3"/>
              </a:ext>
            </a:extLst>
          </a:blip>
          <a:stretch>
            <a:fillRect/>
          </a:stretch>
        </p:blipFill>
        <p:spPr>
          <a:xfrm>
            <a:off x="6404415" y="5314901"/>
            <a:ext cx="228600" cy="228600"/>
          </a:xfrm>
          <a:prstGeom prst="rect">
            <a:avLst/>
          </a:prstGeom>
        </p:spPr>
      </p:pic>
      <p:pic>
        <p:nvPicPr>
          <p:cNvPr id="975" name="Gráfico 974">
            <a:extLst>
              <a:ext uri="{FF2B5EF4-FFF2-40B4-BE49-F238E27FC236}">
                <a16:creationId xmlns:a16="http://schemas.microsoft.com/office/drawing/2014/main" id="{2DB461F7-A8F2-EBE1-0234-82350072DE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4"/>
              </a:ext>
            </a:extLst>
          </a:blip>
          <a:stretch>
            <a:fillRect/>
          </a:stretch>
        </p:blipFill>
        <p:spPr>
          <a:xfrm>
            <a:off x="6689664" y="5351825"/>
            <a:ext cx="228600" cy="228600"/>
          </a:xfrm>
          <a:prstGeom prst="rect">
            <a:avLst/>
          </a:prstGeom>
        </p:spPr>
      </p:pic>
      <p:pic>
        <p:nvPicPr>
          <p:cNvPr id="976" name="Gráfico 975">
            <a:extLst>
              <a:ext uri="{FF2B5EF4-FFF2-40B4-BE49-F238E27FC236}">
                <a16:creationId xmlns:a16="http://schemas.microsoft.com/office/drawing/2014/main" id="{95CDBF70-2848-1F0E-3A5F-26EC4119645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5"/>
              </a:ext>
            </a:extLst>
          </a:blip>
          <a:stretch>
            <a:fillRect/>
          </a:stretch>
        </p:blipFill>
        <p:spPr>
          <a:xfrm>
            <a:off x="6974913" y="5364133"/>
            <a:ext cx="228600" cy="228600"/>
          </a:xfrm>
          <a:prstGeom prst="rect">
            <a:avLst/>
          </a:prstGeom>
        </p:spPr>
      </p:pic>
      <p:pic>
        <p:nvPicPr>
          <p:cNvPr id="977" name="Gráfico 976">
            <a:extLst>
              <a:ext uri="{FF2B5EF4-FFF2-40B4-BE49-F238E27FC236}">
                <a16:creationId xmlns:a16="http://schemas.microsoft.com/office/drawing/2014/main" id="{1FBCD098-8001-F926-FADD-39EF03C02C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6"/>
              </a:ext>
            </a:extLst>
          </a:blip>
          <a:stretch>
            <a:fillRect/>
          </a:stretch>
        </p:blipFill>
        <p:spPr>
          <a:xfrm>
            <a:off x="7260162" y="5308747"/>
            <a:ext cx="228600" cy="228600"/>
          </a:xfrm>
          <a:prstGeom prst="rect">
            <a:avLst/>
          </a:prstGeom>
        </p:spPr>
      </p:pic>
      <p:pic>
        <p:nvPicPr>
          <p:cNvPr id="978" name="Gráfico 977">
            <a:extLst>
              <a:ext uri="{FF2B5EF4-FFF2-40B4-BE49-F238E27FC236}">
                <a16:creationId xmlns:a16="http://schemas.microsoft.com/office/drawing/2014/main" id="{AEA28F75-17C0-67E8-B227-D369338B1B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7"/>
              </a:ext>
            </a:extLst>
          </a:blip>
          <a:stretch>
            <a:fillRect/>
          </a:stretch>
        </p:blipFill>
        <p:spPr>
          <a:xfrm>
            <a:off x="7545411" y="5321055"/>
            <a:ext cx="228600" cy="228600"/>
          </a:xfrm>
          <a:prstGeom prst="rect">
            <a:avLst/>
          </a:prstGeom>
        </p:spPr>
      </p:pic>
      <p:pic>
        <p:nvPicPr>
          <p:cNvPr id="979" name="Gráfico 978">
            <a:extLst>
              <a:ext uri="{FF2B5EF4-FFF2-40B4-BE49-F238E27FC236}">
                <a16:creationId xmlns:a16="http://schemas.microsoft.com/office/drawing/2014/main" id="{EE83ED96-F5C1-5158-9BB9-A96A3465FD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8"/>
              </a:ext>
            </a:extLst>
          </a:blip>
          <a:stretch>
            <a:fillRect/>
          </a:stretch>
        </p:blipFill>
        <p:spPr>
          <a:xfrm>
            <a:off x="7830660" y="5324132"/>
            <a:ext cx="228600" cy="228600"/>
          </a:xfrm>
          <a:prstGeom prst="rect">
            <a:avLst/>
          </a:prstGeom>
        </p:spPr>
      </p:pic>
      <p:pic>
        <p:nvPicPr>
          <p:cNvPr id="980" name="Gráfico 979">
            <a:extLst>
              <a:ext uri="{FF2B5EF4-FFF2-40B4-BE49-F238E27FC236}">
                <a16:creationId xmlns:a16="http://schemas.microsoft.com/office/drawing/2014/main" id="{37F7C30E-F0AC-8E5F-2A52-5DEB991F17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9"/>
              </a:ext>
            </a:extLst>
          </a:blip>
          <a:stretch>
            <a:fillRect/>
          </a:stretch>
        </p:blipFill>
        <p:spPr>
          <a:xfrm>
            <a:off x="8115909" y="5327209"/>
            <a:ext cx="228600" cy="228600"/>
          </a:xfrm>
          <a:prstGeom prst="rect">
            <a:avLst/>
          </a:prstGeom>
        </p:spPr>
      </p:pic>
      <p:pic>
        <p:nvPicPr>
          <p:cNvPr id="981" name="Gráfico 980">
            <a:extLst>
              <a:ext uri="{FF2B5EF4-FFF2-40B4-BE49-F238E27FC236}">
                <a16:creationId xmlns:a16="http://schemas.microsoft.com/office/drawing/2014/main" id="{46311642-A6D8-68AB-05FC-29AB7FFF5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0"/>
              </a:ext>
            </a:extLst>
          </a:blip>
          <a:stretch>
            <a:fillRect/>
          </a:stretch>
        </p:blipFill>
        <p:spPr>
          <a:xfrm>
            <a:off x="8401158" y="5333363"/>
            <a:ext cx="228600" cy="228600"/>
          </a:xfrm>
          <a:prstGeom prst="rect">
            <a:avLst/>
          </a:prstGeom>
        </p:spPr>
      </p:pic>
      <p:pic>
        <p:nvPicPr>
          <p:cNvPr id="982" name="Gráfico 981">
            <a:extLst>
              <a:ext uri="{FF2B5EF4-FFF2-40B4-BE49-F238E27FC236}">
                <a16:creationId xmlns:a16="http://schemas.microsoft.com/office/drawing/2014/main" id="{4D0B0110-67DC-5D6F-A62A-94E2530EB3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1"/>
              </a:ext>
            </a:extLst>
          </a:blip>
          <a:stretch>
            <a:fillRect/>
          </a:stretch>
        </p:blipFill>
        <p:spPr>
          <a:xfrm>
            <a:off x="8686407" y="5342594"/>
            <a:ext cx="228600" cy="228600"/>
          </a:xfrm>
          <a:prstGeom prst="rect">
            <a:avLst/>
          </a:prstGeom>
        </p:spPr>
      </p:pic>
      <p:pic>
        <p:nvPicPr>
          <p:cNvPr id="983" name="Gráfico 982">
            <a:extLst>
              <a:ext uri="{FF2B5EF4-FFF2-40B4-BE49-F238E27FC236}">
                <a16:creationId xmlns:a16="http://schemas.microsoft.com/office/drawing/2014/main" id="{D8938AA6-082D-4039-ED5A-8CDFD0DFFB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2"/>
              </a:ext>
            </a:extLst>
          </a:blip>
          <a:stretch>
            <a:fillRect/>
          </a:stretch>
        </p:blipFill>
        <p:spPr>
          <a:xfrm>
            <a:off x="8971656" y="5345671"/>
            <a:ext cx="228600" cy="228600"/>
          </a:xfrm>
          <a:prstGeom prst="rect">
            <a:avLst/>
          </a:prstGeom>
        </p:spPr>
      </p:pic>
      <p:pic>
        <p:nvPicPr>
          <p:cNvPr id="984" name="Gráfico 983">
            <a:extLst>
              <a:ext uri="{FF2B5EF4-FFF2-40B4-BE49-F238E27FC236}">
                <a16:creationId xmlns:a16="http://schemas.microsoft.com/office/drawing/2014/main" id="{20C585B7-8A29-7AE1-D943-6BE1D30D25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3"/>
              </a:ext>
            </a:extLst>
          </a:blip>
          <a:stretch>
            <a:fillRect/>
          </a:stretch>
        </p:blipFill>
        <p:spPr>
          <a:xfrm>
            <a:off x="9256905" y="5330286"/>
            <a:ext cx="228600" cy="228600"/>
          </a:xfrm>
          <a:prstGeom prst="rect">
            <a:avLst/>
          </a:prstGeom>
        </p:spPr>
      </p:pic>
      <p:pic>
        <p:nvPicPr>
          <p:cNvPr id="985" name="Gráfico 984">
            <a:extLst>
              <a:ext uri="{FF2B5EF4-FFF2-40B4-BE49-F238E27FC236}">
                <a16:creationId xmlns:a16="http://schemas.microsoft.com/office/drawing/2014/main" id="{F8B871FD-281C-5A40-E9C9-9BBFD00FFE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4"/>
              </a:ext>
            </a:extLst>
          </a:blip>
          <a:stretch>
            <a:fillRect/>
          </a:stretch>
        </p:blipFill>
        <p:spPr>
          <a:xfrm>
            <a:off x="9542154" y="5311824"/>
            <a:ext cx="228600" cy="228600"/>
          </a:xfrm>
          <a:prstGeom prst="rect">
            <a:avLst/>
          </a:prstGeom>
        </p:spPr>
      </p:pic>
      <p:pic>
        <p:nvPicPr>
          <p:cNvPr id="986" name="Gráfico 985">
            <a:extLst>
              <a:ext uri="{FF2B5EF4-FFF2-40B4-BE49-F238E27FC236}">
                <a16:creationId xmlns:a16="http://schemas.microsoft.com/office/drawing/2014/main" id="{728B8D29-5A93-02FE-86EB-90D3C1EFF2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5"/>
              </a:ext>
            </a:extLst>
          </a:blip>
          <a:stretch>
            <a:fillRect/>
          </a:stretch>
        </p:blipFill>
        <p:spPr>
          <a:xfrm>
            <a:off x="9827403" y="5302593"/>
            <a:ext cx="228600" cy="228600"/>
          </a:xfrm>
          <a:prstGeom prst="rect">
            <a:avLst/>
          </a:prstGeom>
        </p:spPr>
      </p:pic>
      <p:pic>
        <p:nvPicPr>
          <p:cNvPr id="987" name="Gráfico 986">
            <a:extLst>
              <a:ext uri="{FF2B5EF4-FFF2-40B4-BE49-F238E27FC236}">
                <a16:creationId xmlns:a16="http://schemas.microsoft.com/office/drawing/2014/main" id="{C50939AD-6CE1-659C-6E3B-1BB15BE76C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6"/>
              </a:ext>
            </a:extLst>
          </a:blip>
          <a:stretch>
            <a:fillRect/>
          </a:stretch>
        </p:blipFill>
        <p:spPr>
          <a:xfrm>
            <a:off x="10112652" y="5299516"/>
            <a:ext cx="228600" cy="228600"/>
          </a:xfrm>
          <a:prstGeom prst="rect">
            <a:avLst/>
          </a:prstGeom>
        </p:spPr>
      </p:pic>
      <p:pic>
        <p:nvPicPr>
          <p:cNvPr id="988" name="Gráfico 987">
            <a:extLst>
              <a:ext uri="{FF2B5EF4-FFF2-40B4-BE49-F238E27FC236}">
                <a16:creationId xmlns:a16="http://schemas.microsoft.com/office/drawing/2014/main" id="{3500417C-2B88-1C37-FC77-23381ADBF0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7"/>
              </a:ext>
            </a:extLst>
          </a:blip>
          <a:stretch>
            <a:fillRect/>
          </a:stretch>
        </p:blipFill>
        <p:spPr>
          <a:xfrm>
            <a:off x="10397901" y="5293362"/>
            <a:ext cx="228600" cy="228600"/>
          </a:xfrm>
          <a:prstGeom prst="rect">
            <a:avLst/>
          </a:prstGeom>
        </p:spPr>
      </p:pic>
      <p:pic>
        <p:nvPicPr>
          <p:cNvPr id="989" name="Gráfico 988">
            <a:extLst>
              <a:ext uri="{FF2B5EF4-FFF2-40B4-BE49-F238E27FC236}">
                <a16:creationId xmlns:a16="http://schemas.microsoft.com/office/drawing/2014/main" id="{2657EBD5-7142-264E-FAAC-6026DF1D0F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48"/>
              </a:ext>
            </a:extLst>
          </a:blip>
          <a:stretch>
            <a:fillRect/>
          </a:stretch>
        </p:blipFill>
        <p:spPr>
          <a:xfrm>
            <a:off x="10683161" y="5296439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75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C3FD67B-4756-469D-C28A-7B6A507736B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Elipse 5">
            <a:extLst>
              <a:ext uri="{FF2B5EF4-FFF2-40B4-BE49-F238E27FC236}">
                <a16:creationId xmlns:a16="http://schemas.microsoft.com/office/drawing/2014/main" id="{0B0487A9-8604-7033-7A52-C4837272FA9D}"/>
              </a:ext>
            </a:extLst>
          </p:cNvPr>
          <p:cNvSpPr/>
          <p:nvPr/>
        </p:nvSpPr>
        <p:spPr>
          <a:xfrm>
            <a:off x="9392819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E54A76A-90AC-9819-8BD6-F2ABCE4C686B}"/>
              </a:ext>
            </a:extLst>
          </p:cNvPr>
          <p:cNvSpPr/>
          <p:nvPr/>
        </p:nvSpPr>
        <p:spPr>
          <a:xfrm>
            <a:off x="7929288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5737B806-8008-009A-6C14-16C28EE273E2}"/>
              </a:ext>
            </a:extLst>
          </p:cNvPr>
          <p:cNvSpPr/>
          <p:nvPr/>
        </p:nvSpPr>
        <p:spPr>
          <a:xfrm>
            <a:off x="5637323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D502B3D4-02B9-C819-810B-CC7494FB28D8}"/>
              </a:ext>
            </a:extLst>
          </p:cNvPr>
          <p:cNvSpPr/>
          <p:nvPr/>
        </p:nvSpPr>
        <p:spPr>
          <a:xfrm>
            <a:off x="7177091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A2F089AC-65B2-EB7E-1957-606A4EF74A80}"/>
              </a:ext>
            </a:extLst>
          </p:cNvPr>
          <p:cNvSpPr/>
          <p:nvPr/>
        </p:nvSpPr>
        <p:spPr>
          <a:xfrm>
            <a:off x="6389520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9D4535D2-E0C6-D817-8A4B-5B18EF76CCEB}"/>
              </a:ext>
            </a:extLst>
          </p:cNvPr>
          <p:cNvSpPr txBox="1"/>
          <p:nvPr/>
        </p:nvSpPr>
        <p:spPr>
          <a:xfrm>
            <a:off x="4399071" y="1190356"/>
            <a:ext cx="3393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pc="300" dirty="0">
                <a:latin typeface="AMX" pitchFamily="2" charset="0"/>
                <a:cs typeface="Segoe UI Light" panose="020B0502040204020203" pitchFamily="34" charset="0"/>
              </a:rPr>
              <a:t>Principais Ícones</a:t>
            </a:r>
          </a:p>
        </p:txBody>
      </p:sp>
      <p:sp>
        <p:nvSpPr>
          <p:cNvPr id="22" name="Forma em L 21">
            <a:extLst>
              <a:ext uri="{FF2B5EF4-FFF2-40B4-BE49-F238E27FC236}">
                <a16:creationId xmlns:a16="http://schemas.microsoft.com/office/drawing/2014/main" id="{CBC13C6A-1FC3-7B8B-0D50-0CB38553021D}"/>
              </a:ext>
            </a:extLst>
          </p:cNvPr>
          <p:cNvSpPr/>
          <p:nvPr/>
        </p:nvSpPr>
        <p:spPr>
          <a:xfrm rot="18900000">
            <a:off x="5974080" y="1883224"/>
            <a:ext cx="243840" cy="243840"/>
          </a:xfrm>
          <a:prstGeom prst="corner">
            <a:avLst>
              <a:gd name="adj1" fmla="val 27344"/>
              <a:gd name="adj2" fmla="val 28906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0F221C98-2EF2-F040-11F5-6A843CBFCF6D}"/>
              </a:ext>
            </a:extLst>
          </p:cNvPr>
          <p:cNvGrpSpPr/>
          <p:nvPr/>
        </p:nvGrpSpPr>
        <p:grpSpPr>
          <a:xfrm>
            <a:off x="3618053" y="5465553"/>
            <a:ext cx="213174" cy="205475"/>
            <a:chOff x="1" y="2236981"/>
            <a:chExt cx="4794169" cy="4621019"/>
          </a:xfrm>
          <a:solidFill>
            <a:schemeClr val="bg1"/>
          </a:solidFill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FBED4E2C-A710-907D-B5AC-47B472B213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3385" y="2612812"/>
              <a:ext cx="2478226" cy="2488300"/>
            </a:xfrm>
            <a:custGeom>
              <a:avLst/>
              <a:gdLst>
                <a:gd name="T0" fmla="*/ 373 w 1729"/>
                <a:gd name="T1" fmla="*/ 1731 h 1731"/>
                <a:gd name="T2" fmla="*/ 283 w 1729"/>
                <a:gd name="T3" fmla="*/ 1636 h 1731"/>
                <a:gd name="T4" fmla="*/ 28 w 1729"/>
                <a:gd name="T5" fmla="*/ 1386 h 1731"/>
                <a:gd name="T6" fmla="*/ 27 w 1729"/>
                <a:gd name="T7" fmla="*/ 1320 h 1731"/>
                <a:gd name="T8" fmla="*/ 593 w 1729"/>
                <a:gd name="T9" fmla="*/ 758 h 1731"/>
                <a:gd name="T10" fmla="*/ 1128 w 1729"/>
                <a:gd name="T11" fmla="*/ 223 h 1731"/>
                <a:gd name="T12" fmla="*/ 1359 w 1729"/>
                <a:gd name="T13" fmla="*/ 0 h 1731"/>
                <a:gd name="T14" fmla="*/ 1729 w 1729"/>
                <a:gd name="T15" fmla="*/ 377 h 1731"/>
                <a:gd name="T16" fmla="*/ 373 w 1729"/>
                <a:gd name="T17" fmla="*/ 1731 h 17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29" h="1731">
                  <a:moveTo>
                    <a:pt x="373" y="1731"/>
                  </a:moveTo>
                  <a:cubicBezTo>
                    <a:pt x="344" y="1700"/>
                    <a:pt x="314" y="1667"/>
                    <a:pt x="283" y="1636"/>
                  </a:cubicBezTo>
                  <a:cubicBezTo>
                    <a:pt x="199" y="1552"/>
                    <a:pt x="114" y="1468"/>
                    <a:pt x="28" y="1386"/>
                  </a:cubicBezTo>
                  <a:cubicBezTo>
                    <a:pt x="2" y="1361"/>
                    <a:pt x="0" y="1346"/>
                    <a:pt x="27" y="1320"/>
                  </a:cubicBezTo>
                  <a:cubicBezTo>
                    <a:pt x="217" y="1133"/>
                    <a:pt x="405" y="945"/>
                    <a:pt x="593" y="758"/>
                  </a:cubicBezTo>
                  <a:cubicBezTo>
                    <a:pt x="771" y="580"/>
                    <a:pt x="949" y="401"/>
                    <a:pt x="1128" y="223"/>
                  </a:cubicBezTo>
                  <a:cubicBezTo>
                    <a:pt x="1204" y="147"/>
                    <a:pt x="1283" y="73"/>
                    <a:pt x="1359" y="0"/>
                  </a:cubicBezTo>
                  <a:cubicBezTo>
                    <a:pt x="1480" y="123"/>
                    <a:pt x="1605" y="250"/>
                    <a:pt x="1729" y="377"/>
                  </a:cubicBezTo>
                  <a:cubicBezTo>
                    <a:pt x="1282" y="824"/>
                    <a:pt x="830" y="1275"/>
                    <a:pt x="373" y="1731"/>
                  </a:cubicBezTo>
                  <a:close/>
                </a:path>
              </a:pathLst>
            </a:custGeom>
            <a:grpFill/>
            <a:ln>
              <a:solidFill>
                <a:srgbClr val="FFFFFF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pt-BR"/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A0D706DB-20F1-47AA-72AC-23CD6738102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512" y="2236981"/>
              <a:ext cx="757436" cy="2083670"/>
            </a:xfrm>
            <a:custGeom>
              <a:avLst/>
              <a:gdLst>
                <a:gd name="T0" fmla="*/ 528 w 528"/>
                <a:gd name="T1" fmla="*/ 1450 h 1450"/>
                <a:gd name="T2" fmla="*/ 0 w 528"/>
                <a:gd name="T3" fmla="*/ 1450 h 1450"/>
                <a:gd name="T4" fmla="*/ 0 w 528"/>
                <a:gd name="T5" fmla="*/ 0 h 1450"/>
                <a:gd name="T6" fmla="*/ 528 w 528"/>
                <a:gd name="T7" fmla="*/ 0 h 1450"/>
                <a:gd name="T8" fmla="*/ 528 w 528"/>
                <a:gd name="T9" fmla="*/ 1450 h 14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8" h="1450">
                  <a:moveTo>
                    <a:pt x="528" y="1450"/>
                  </a:moveTo>
                  <a:cubicBezTo>
                    <a:pt x="349" y="1450"/>
                    <a:pt x="176" y="1450"/>
                    <a:pt x="0" y="1450"/>
                  </a:cubicBezTo>
                  <a:cubicBezTo>
                    <a:pt x="0" y="967"/>
                    <a:pt x="0" y="485"/>
                    <a:pt x="0" y="0"/>
                  </a:cubicBezTo>
                  <a:cubicBezTo>
                    <a:pt x="175" y="0"/>
                    <a:pt x="350" y="0"/>
                    <a:pt x="528" y="0"/>
                  </a:cubicBezTo>
                  <a:cubicBezTo>
                    <a:pt x="528" y="482"/>
                    <a:pt x="528" y="964"/>
                    <a:pt x="528" y="14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sp>
          <p:nvSpPr>
            <p:cNvPr id="31" name="Freeform 9">
              <a:extLst>
                <a:ext uri="{FF2B5EF4-FFF2-40B4-BE49-F238E27FC236}">
                  <a16:creationId xmlns:a16="http://schemas.microsoft.com/office/drawing/2014/main" id="{6DF39D7D-2C97-66CC-E95D-E10149FDB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700" y="5845603"/>
              <a:ext cx="2076470" cy="768956"/>
            </a:xfrm>
            <a:custGeom>
              <a:avLst/>
              <a:gdLst>
                <a:gd name="T0" fmla="*/ 4 w 1449"/>
                <a:gd name="T1" fmla="*/ 535 h 535"/>
                <a:gd name="T2" fmla="*/ 1 w 1449"/>
                <a:gd name="T3" fmla="*/ 496 h 535"/>
                <a:gd name="T4" fmla="*/ 0 w 1449"/>
                <a:gd name="T5" fmla="*/ 43 h 535"/>
                <a:gd name="T6" fmla="*/ 42 w 1449"/>
                <a:gd name="T7" fmla="*/ 0 h 535"/>
                <a:gd name="T8" fmla="*/ 1411 w 1449"/>
                <a:gd name="T9" fmla="*/ 1 h 535"/>
                <a:gd name="T10" fmla="*/ 1449 w 1449"/>
                <a:gd name="T11" fmla="*/ 4 h 535"/>
                <a:gd name="T12" fmla="*/ 1449 w 1449"/>
                <a:gd name="T13" fmla="*/ 535 h 535"/>
                <a:gd name="T14" fmla="*/ 4 w 1449"/>
                <a:gd name="T15" fmla="*/ 535 h 5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49" h="535">
                  <a:moveTo>
                    <a:pt x="4" y="535"/>
                  </a:moveTo>
                  <a:cubicBezTo>
                    <a:pt x="3" y="521"/>
                    <a:pt x="1" y="509"/>
                    <a:pt x="1" y="496"/>
                  </a:cubicBezTo>
                  <a:cubicBezTo>
                    <a:pt x="1" y="345"/>
                    <a:pt x="1" y="194"/>
                    <a:pt x="0" y="43"/>
                  </a:cubicBezTo>
                  <a:cubicBezTo>
                    <a:pt x="0" y="11"/>
                    <a:pt x="9" y="0"/>
                    <a:pt x="42" y="0"/>
                  </a:cubicBezTo>
                  <a:cubicBezTo>
                    <a:pt x="498" y="1"/>
                    <a:pt x="954" y="1"/>
                    <a:pt x="1411" y="1"/>
                  </a:cubicBezTo>
                  <a:cubicBezTo>
                    <a:pt x="1423" y="1"/>
                    <a:pt x="1435" y="3"/>
                    <a:pt x="1449" y="4"/>
                  </a:cubicBezTo>
                  <a:cubicBezTo>
                    <a:pt x="1449" y="182"/>
                    <a:pt x="1449" y="357"/>
                    <a:pt x="1449" y="535"/>
                  </a:cubicBezTo>
                  <a:cubicBezTo>
                    <a:pt x="967" y="535"/>
                    <a:pt x="486" y="535"/>
                    <a:pt x="4" y="53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pt-BR"/>
            </a:p>
          </p:txBody>
        </p:sp>
        <p:sp>
          <p:nvSpPr>
            <p:cNvPr id="32" name="Forma Livre: Forma 31">
              <a:extLst>
                <a:ext uri="{FF2B5EF4-FFF2-40B4-BE49-F238E27FC236}">
                  <a16:creationId xmlns:a16="http://schemas.microsoft.com/office/drawing/2014/main" id="{673878EE-835A-1C4D-BD43-33B00023FD4B}"/>
                </a:ext>
              </a:extLst>
            </p:cNvPr>
            <p:cNvSpPr/>
            <p:nvPr userDrawn="1"/>
          </p:nvSpPr>
          <p:spPr>
            <a:xfrm>
              <a:off x="1" y="4953408"/>
              <a:ext cx="2157159" cy="1904592"/>
            </a:xfrm>
            <a:custGeom>
              <a:avLst/>
              <a:gdLst>
                <a:gd name="connsiteX0" fmla="*/ 483887 w 2157159"/>
                <a:gd name="connsiteY0" fmla="*/ 0 h 1904592"/>
                <a:gd name="connsiteX1" fmla="*/ 2157159 w 2157159"/>
                <a:gd name="connsiteY1" fmla="*/ 1673272 h 1904592"/>
                <a:gd name="connsiteX2" fmla="*/ 2148520 w 2157159"/>
                <a:gd name="connsiteY2" fmla="*/ 1844355 h 1904592"/>
                <a:gd name="connsiteX3" fmla="*/ 2139327 w 2157159"/>
                <a:gd name="connsiteY3" fmla="*/ 1904592 h 1904592"/>
                <a:gd name="connsiteX4" fmla="*/ 1284060 w 2157159"/>
                <a:gd name="connsiteY4" fmla="*/ 1904592 h 1904592"/>
                <a:gd name="connsiteX5" fmla="*/ 1303526 w 2157159"/>
                <a:gd name="connsiteY5" fmla="*/ 1841884 h 1904592"/>
                <a:gd name="connsiteX6" fmla="*/ 1320523 w 2157159"/>
                <a:gd name="connsiteY6" fmla="*/ 1673272 h 1904592"/>
                <a:gd name="connsiteX7" fmla="*/ 483887 w 2157159"/>
                <a:gd name="connsiteY7" fmla="*/ 836636 h 1904592"/>
                <a:gd name="connsiteX8" fmla="*/ 16116 w 2157159"/>
                <a:gd name="connsiteY8" fmla="*/ 979521 h 1904592"/>
                <a:gd name="connsiteX9" fmla="*/ 0 w 2157159"/>
                <a:gd name="connsiteY9" fmla="*/ 992818 h 1904592"/>
                <a:gd name="connsiteX10" fmla="*/ 0 w 2157159"/>
                <a:gd name="connsiteY10" fmla="*/ 71706 h 1904592"/>
                <a:gd name="connsiteX11" fmla="*/ 146664 w 2157159"/>
                <a:gd name="connsiteY11" fmla="*/ 33995 h 1904592"/>
                <a:gd name="connsiteX12" fmla="*/ 483887 w 2157159"/>
                <a:gd name="connsiteY12" fmla="*/ 0 h 1904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157159" h="1904592">
                  <a:moveTo>
                    <a:pt x="483887" y="0"/>
                  </a:moveTo>
                  <a:cubicBezTo>
                    <a:pt x="1408010" y="0"/>
                    <a:pt x="2157159" y="749149"/>
                    <a:pt x="2157159" y="1673272"/>
                  </a:cubicBezTo>
                  <a:cubicBezTo>
                    <a:pt x="2157159" y="1731030"/>
                    <a:pt x="2154233" y="1788104"/>
                    <a:pt x="2148520" y="1844355"/>
                  </a:cubicBezTo>
                  <a:lnTo>
                    <a:pt x="2139327" y="1904592"/>
                  </a:lnTo>
                  <a:lnTo>
                    <a:pt x="1284060" y="1904592"/>
                  </a:lnTo>
                  <a:lnTo>
                    <a:pt x="1303526" y="1841884"/>
                  </a:lnTo>
                  <a:cubicBezTo>
                    <a:pt x="1314670" y="1787421"/>
                    <a:pt x="1320523" y="1731030"/>
                    <a:pt x="1320523" y="1673272"/>
                  </a:cubicBezTo>
                  <a:cubicBezTo>
                    <a:pt x="1320523" y="1211211"/>
                    <a:pt x="945948" y="836636"/>
                    <a:pt x="483887" y="836636"/>
                  </a:cubicBezTo>
                  <a:cubicBezTo>
                    <a:pt x="310614" y="836636"/>
                    <a:pt x="149644" y="889311"/>
                    <a:pt x="16116" y="979521"/>
                  </a:cubicBezTo>
                  <a:lnTo>
                    <a:pt x="0" y="992818"/>
                  </a:lnTo>
                  <a:lnTo>
                    <a:pt x="0" y="71706"/>
                  </a:lnTo>
                  <a:lnTo>
                    <a:pt x="146664" y="33995"/>
                  </a:lnTo>
                  <a:cubicBezTo>
                    <a:pt x="255590" y="11706"/>
                    <a:pt x="368372" y="0"/>
                    <a:pt x="4838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lvl="0"/>
              <a:endParaRPr lang="pt-BR">
                <a:solidFill>
                  <a:schemeClr val="tx1"/>
                </a:solidFill>
              </a:endParaRPr>
            </a:p>
          </p:txBody>
        </p:sp>
      </p:grpSp>
      <p:sp>
        <p:nvSpPr>
          <p:cNvPr id="34" name="Elipse 33">
            <a:extLst>
              <a:ext uri="{FF2B5EF4-FFF2-40B4-BE49-F238E27FC236}">
                <a16:creationId xmlns:a16="http://schemas.microsoft.com/office/drawing/2014/main" id="{9DCA6182-94B5-EA9F-9C82-DDEAEA258D58}"/>
              </a:ext>
            </a:extLst>
          </p:cNvPr>
          <p:cNvSpPr/>
          <p:nvPr/>
        </p:nvSpPr>
        <p:spPr>
          <a:xfrm>
            <a:off x="4097555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FD70A696-8CDD-9AAA-9F1C-2B9B82603309}"/>
              </a:ext>
            </a:extLst>
          </p:cNvPr>
          <p:cNvSpPr/>
          <p:nvPr/>
        </p:nvSpPr>
        <p:spPr>
          <a:xfrm>
            <a:off x="230448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08471525-1122-D065-D25B-D816A4188497}"/>
              </a:ext>
            </a:extLst>
          </p:cNvPr>
          <p:cNvSpPr/>
          <p:nvPr/>
        </p:nvSpPr>
        <p:spPr>
          <a:xfrm>
            <a:off x="2501675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C276613E-61B2-A636-0BED-00722DB95431}"/>
              </a:ext>
            </a:extLst>
          </p:cNvPr>
          <p:cNvSpPr/>
          <p:nvPr/>
        </p:nvSpPr>
        <p:spPr>
          <a:xfrm>
            <a:off x="8640622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id="{665369EF-ABB5-1B9D-F276-F3376CD8B586}"/>
              </a:ext>
            </a:extLst>
          </p:cNvPr>
          <p:cNvSpPr>
            <a:spLocks/>
          </p:cNvSpPr>
          <p:nvPr/>
        </p:nvSpPr>
        <p:spPr>
          <a:xfrm>
            <a:off x="961907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8CC34789-9C6E-4F26-007A-D046F41C2310}"/>
              </a:ext>
            </a:extLst>
          </p:cNvPr>
          <p:cNvSpPr/>
          <p:nvPr/>
        </p:nvSpPr>
        <p:spPr>
          <a:xfrm>
            <a:off x="4849752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6A6311F1-5635-3447-BED3-84A8EF505A85}"/>
              </a:ext>
            </a:extLst>
          </p:cNvPr>
          <p:cNvSpPr/>
          <p:nvPr/>
        </p:nvSpPr>
        <p:spPr>
          <a:xfrm>
            <a:off x="1770216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B9C53CDE-71AA-754C-0646-1A3E46257C0C}"/>
              </a:ext>
            </a:extLst>
          </p:cNvPr>
          <p:cNvSpPr/>
          <p:nvPr/>
        </p:nvSpPr>
        <p:spPr>
          <a:xfrm>
            <a:off x="3309984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ACCC257C-E9A3-B2C7-97A0-84DA6B502420}"/>
              </a:ext>
            </a:extLst>
          </p:cNvPr>
          <p:cNvSpPr/>
          <p:nvPr/>
        </p:nvSpPr>
        <p:spPr>
          <a:xfrm>
            <a:off x="9998331" y="5037809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1" name="Elipse 80">
            <a:extLst>
              <a:ext uri="{FF2B5EF4-FFF2-40B4-BE49-F238E27FC236}">
                <a16:creationId xmlns:a16="http://schemas.microsoft.com/office/drawing/2014/main" id="{E53044B4-D775-39F4-B255-C9794957E171}"/>
              </a:ext>
            </a:extLst>
          </p:cNvPr>
          <p:cNvSpPr/>
          <p:nvPr/>
        </p:nvSpPr>
        <p:spPr>
          <a:xfrm>
            <a:off x="10750528" y="2858698"/>
            <a:ext cx="1211025" cy="1211025"/>
          </a:xfrm>
          <a:prstGeom prst="ellipse">
            <a:avLst/>
          </a:prstGeom>
          <a:solidFill>
            <a:srgbClr val="E232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76CD7148-F834-CEE5-A343-B0DF2CF13A97}"/>
              </a:ext>
            </a:extLst>
          </p:cNvPr>
          <p:cNvSpPr txBox="1"/>
          <p:nvPr/>
        </p:nvSpPr>
        <p:spPr>
          <a:xfrm>
            <a:off x="1796477" y="2458705"/>
            <a:ext cx="1199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OFFLINE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A30D9823-4904-DA1F-ED91-DB946B2A472B}"/>
              </a:ext>
            </a:extLst>
          </p:cNvPr>
          <p:cNvSpPr txBox="1"/>
          <p:nvPr/>
        </p:nvSpPr>
        <p:spPr>
          <a:xfrm>
            <a:off x="5014658" y="2462553"/>
            <a:ext cx="8061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DIGITAL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7D1A7204-EED9-EE46-1F5E-36553499F8D6}"/>
              </a:ext>
            </a:extLst>
          </p:cNvPr>
          <p:cNvSpPr txBox="1"/>
          <p:nvPr/>
        </p:nvSpPr>
        <p:spPr>
          <a:xfrm>
            <a:off x="6496162" y="2443308"/>
            <a:ext cx="106539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REDES SOCIAIS</a:t>
            </a:r>
          </a:p>
        </p:txBody>
      </p:sp>
      <p:sp>
        <p:nvSpPr>
          <p:cNvPr id="89" name="CaixaDeTexto 88">
            <a:extLst>
              <a:ext uri="{FF2B5EF4-FFF2-40B4-BE49-F238E27FC236}">
                <a16:creationId xmlns:a16="http://schemas.microsoft.com/office/drawing/2014/main" id="{D5693638-A17A-B23E-2B82-5B9AF3CB5FEF}"/>
              </a:ext>
            </a:extLst>
          </p:cNvPr>
          <p:cNvSpPr txBox="1"/>
          <p:nvPr/>
        </p:nvSpPr>
        <p:spPr>
          <a:xfrm>
            <a:off x="7919235" y="2462553"/>
            <a:ext cx="13106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INTERNET/SITE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C25A5663-53A9-0ADA-6658-7446F447A2C9}"/>
              </a:ext>
            </a:extLst>
          </p:cNvPr>
          <p:cNvSpPr txBox="1"/>
          <p:nvPr/>
        </p:nvSpPr>
        <p:spPr>
          <a:xfrm>
            <a:off x="9482623" y="2462553"/>
            <a:ext cx="901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MOBILE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8BFEA59F-2F25-F90D-60B5-B05373E42E6F}"/>
              </a:ext>
            </a:extLst>
          </p:cNvPr>
          <p:cNvSpPr txBox="1"/>
          <p:nvPr/>
        </p:nvSpPr>
        <p:spPr>
          <a:xfrm>
            <a:off x="5782129" y="4635899"/>
            <a:ext cx="9018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JORNAL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3AA1915B-EA38-5210-2B58-0A5043FAE4D0}"/>
              </a:ext>
            </a:extLst>
          </p:cNvPr>
          <p:cNvSpPr txBox="1"/>
          <p:nvPr/>
        </p:nvSpPr>
        <p:spPr>
          <a:xfrm>
            <a:off x="4317976" y="4632051"/>
            <a:ext cx="802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REVISTA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236F5B8D-6B6F-D98D-5B94-B558CF3F19B1}"/>
              </a:ext>
            </a:extLst>
          </p:cNvPr>
          <p:cNvSpPr txBox="1"/>
          <p:nvPr/>
        </p:nvSpPr>
        <p:spPr>
          <a:xfrm>
            <a:off x="7345890" y="4632051"/>
            <a:ext cx="80225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RÁDIO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B6A590A1-FDAC-B562-71D8-3C9B13D1C8D3}"/>
              </a:ext>
            </a:extLst>
          </p:cNvPr>
          <p:cNvSpPr txBox="1"/>
          <p:nvPr/>
        </p:nvSpPr>
        <p:spPr>
          <a:xfrm>
            <a:off x="3297137" y="2458705"/>
            <a:ext cx="1199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ON / OFF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C43741BE-D240-171B-CCCC-16683E105DC8}"/>
              </a:ext>
            </a:extLst>
          </p:cNvPr>
          <p:cNvSpPr txBox="1"/>
          <p:nvPr/>
        </p:nvSpPr>
        <p:spPr>
          <a:xfrm>
            <a:off x="222780" y="2458705"/>
            <a:ext cx="11994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BRANDING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C9A2574D-3E1E-C738-ADD7-F983C8833761}"/>
              </a:ext>
            </a:extLst>
          </p:cNvPr>
          <p:cNvSpPr txBox="1"/>
          <p:nvPr/>
        </p:nvSpPr>
        <p:spPr>
          <a:xfrm>
            <a:off x="2655727" y="4635899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ENDOMKT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7609F306-D9A6-8D8C-7F15-A11EBED7E16F}"/>
              </a:ext>
            </a:extLst>
          </p:cNvPr>
          <p:cNvSpPr txBox="1"/>
          <p:nvPr/>
        </p:nvSpPr>
        <p:spPr>
          <a:xfrm>
            <a:off x="8769973" y="4635899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OBJETIVO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0524DDA1-B075-C606-E2DA-150BD1A693D2}"/>
              </a:ext>
            </a:extLst>
          </p:cNvPr>
          <p:cNvSpPr txBox="1"/>
          <p:nvPr/>
        </p:nvSpPr>
        <p:spPr>
          <a:xfrm>
            <a:off x="1103034" y="4635899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LOJAS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1F2F9CFB-8CD5-7275-5F1E-2BAB5FE481BE}"/>
              </a:ext>
            </a:extLst>
          </p:cNvPr>
          <p:cNvSpPr txBox="1"/>
          <p:nvPr/>
        </p:nvSpPr>
        <p:spPr>
          <a:xfrm>
            <a:off x="10889981" y="2462553"/>
            <a:ext cx="901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TRADE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85B43C4D-940F-D3B0-32D0-42816B1E759D}"/>
              </a:ext>
            </a:extLst>
          </p:cNvPr>
          <p:cNvSpPr txBox="1"/>
          <p:nvPr/>
        </p:nvSpPr>
        <p:spPr>
          <a:xfrm>
            <a:off x="10074447" y="4635899"/>
            <a:ext cx="10421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00" dirty="0">
                <a:latin typeface="AMX" pitchFamily="2" charset="0"/>
                <a:ea typeface="Segoe UI Black" panose="020B0A02040204020203" pitchFamily="34" charset="0"/>
                <a:cs typeface="Segoe UI Black" panose="020B0A02040204020203" pitchFamily="34" charset="0"/>
              </a:rPr>
              <a:t>RESULTADOS</a:t>
            </a:r>
          </a:p>
        </p:txBody>
      </p:sp>
      <p:sp>
        <p:nvSpPr>
          <p:cNvPr id="101" name="TÍTULO 01">
            <a:extLst>
              <a:ext uri="{FF2B5EF4-FFF2-40B4-BE49-F238E27FC236}">
                <a16:creationId xmlns:a16="http://schemas.microsoft.com/office/drawing/2014/main" id="{A3C2C121-4D85-4CBE-2B45-8F12D02A77D7}"/>
              </a:ext>
            </a:extLst>
          </p:cNvPr>
          <p:cNvSpPr txBox="1"/>
          <p:nvPr/>
        </p:nvSpPr>
        <p:spPr>
          <a:xfrm>
            <a:off x="1448439" y="501995"/>
            <a:ext cx="3555176" cy="69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500"/>
              </a:lnSpc>
            </a:pPr>
            <a:r>
              <a:rPr lang="pt-BR" sz="4400" b="1" dirty="0">
                <a:solidFill>
                  <a:srgbClr val="E2262B"/>
                </a:solidFill>
                <a:latin typeface="AMX" pitchFamily="2" charset="0"/>
                <a:ea typeface="DIN 2014 Bold" panose="020B0504020202020204" pitchFamily="34" charset="77"/>
                <a:cs typeface="Segoe UI" panose="020B0502040204020203" pitchFamily="34" charset="0"/>
              </a:rPr>
              <a:t>Ícones</a:t>
            </a:r>
          </a:p>
        </p:txBody>
      </p:sp>
      <p:pic>
        <p:nvPicPr>
          <p:cNvPr id="2" name="Imagem 1" descr="Ícone&#10;&#10;Descrição gerada automaticamente">
            <a:extLst>
              <a:ext uri="{FF2B5EF4-FFF2-40B4-BE49-F238E27FC236}">
                <a16:creationId xmlns:a16="http://schemas.microsoft.com/office/drawing/2014/main" id="{7B764B67-C801-4C0D-ED65-14225EA92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36" y="90034"/>
            <a:ext cx="945102" cy="852854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E6A94D98-23ED-9901-3FDE-7C66D63416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0528" y="3138695"/>
            <a:ext cx="641168" cy="641168"/>
          </a:xfrm>
          <a:prstGeom prst="rect">
            <a:avLst/>
          </a:prstGeom>
        </p:spPr>
      </p:pic>
      <p:pic>
        <p:nvPicPr>
          <p:cNvPr id="23" name="Gráfico 22">
            <a:extLst>
              <a:ext uri="{FF2B5EF4-FFF2-40B4-BE49-F238E27FC236}">
                <a16:creationId xmlns:a16="http://schemas.microsoft.com/office/drawing/2014/main" id="{0C9C753F-7927-7CBE-DDC6-D676725724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55276" y="3163718"/>
            <a:ext cx="623338" cy="623338"/>
          </a:xfrm>
          <a:prstGeom prst="rect">
            <a:avLst/>
          </a:prstGeom>
        </p:spPr>
      </p:pic>
      <p:pic>
        <p:nvPicPr>
          <p:cNvPr id="102" name="Gráfico 101">
            <a:extLst>
              <a:ext uri="{FF2B5EF4-FFF2-40B4-BE49-F238E27FC236}">
                <a16:creationId xmlns:a16="http://schemas.microsoft.com/office/drawing/2014/main" id="{0C478ECD-D1D0-96DA-71B4-CF1C5AD2A5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7768" y="3055863"/>
            <a:ext cx="824307" cy="824307"/>
          </a:xfrm>
          <a:prstGeom prst="rect">
            <a:avLst/>
          </a:prstGeom>
        </p:spPr>
      </p:pic>
      <p:pic>
        <p:nvPicPr>
          <p:cNvPr id="103" name="Gráfico 102">
            <a:extLst>
              <a:ext uri="{FF2B5EF4-FFF2-40B4-BE49-F238E27FC236}">
                <a16:creationId xmlns:a16="http://schemas.microsoft.com/office/drawing/2014/main" id="{81272576-7CE1-5298-AAD7-A26E71B361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95086" y="3123092"/>
            <a:ext cx="733790" cy="733790"/>
          </a:xfrm>
          <a:prstGeom prst="rect">
            <a:avLst/>
          </a:prstGeom>
        </p:spPr>
      </p:pic>
      <p:pic>
        <p:nvPicPr>
          <p:cNvPr id="105" name="Gráfico 104">
            <a:extLst>
              <a:ext uri="{FF2B5EF4-FFF2-40B4-BE49-F238E27FC236}">
                <a16:creationId xmlns:a16="http://schemas.microsoft.com/office/drawing/2014/main" id="{FD563817-6166-DE39-0BD0-5E8875C878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91399" y="3138695"/>
            <a:ext cx="612531" cy="612531"/>
          </a:xfrm>
          <a:prstGeom prst="rect">
            <a:avLst/>
          </a:prstGeom>
        </p:spPr>
      </p:pic>
      <p:pic>
        <p:nvPicPr>
          <p:cNvPr id="106" name="Gráfico 105">
            <a:extLst>
              <a:ext uri="{FF2B5EF4-FFF2-40B4-BE49-F238E27FC236}">
                <a16:creationId xmlns:a16="http://schemas.microsoft.com/office/drawing/2014/main" id="{BAF8FAC2-8FCA-77F3-1EB4-0EF581759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225827" y="3138695"/>
            <a:ext cx="617946" cy="617946"/>
          </a:xfrm>
          <a:prstGeom prst="rect">
            <a:avLst/>
          </a:prstGeom>
        </p:spPr>
      </p:pic>
      <p:pic>
        <p:nvPicPr>
          <p:cNvPr id="107" name="Gráfico 106">
            <a:extLst>
              <a:ext uri="{FF2B5EF4-FFF2-40B4-BE49-F238E27FC236}">
                <a16:creationId xmlns:a16="http://schemas.microsoft.com/office/drawing/2014/main" id="{D953E1C1-2B02-E2A6-1DC9-C81FE5ED1D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59819" y="3120767"/>
            <a:ext cx="677023" cy="677023"/>
          </a:xfrm>
          <a:prstGeom prst="rect">
            <a:avLst/>
          </a:prstGeom>
        </p:spPr>
      </p:pic>
      <p:pic>
        <p:nvPicPr>
          <p:cNvPr id="109" name="Gráfico 108">
            <a:extLst>
              <a:ext uri="{FF2B5EF4-FFF2-40B4-BE49-F238E27FC236}">
                <a16:creationId xmlns:a16="http://schemas.microsoft.com/office/drawing/2014/main" id="{7E697983-B091-6E6E-71DF-437EBB5833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82534" y="3040044"/>
            <a:ext cx="747012" cy="747012"/>
          </a:xfrm>
          <a:prstGeom prst="rect">
            <a:avLst/>
          </a:prstGeom>
        </p:spPr>
      </p:pic>
      <p:pic>
        <p:nvPicPr>
          <p:cNvPr id="110" name="Gráfico 109">
            <a:extLst>
              <a:ext uri="{FF2B5EF4-FFF2-40B4-BE49-F238E27FC236}">
                <a16:creationId xmlns:a16="http://schemas.microsoft.com/office/drawing/2014/main" id="{9D409A80-194B-1BAD-47F9-5E7181F99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47111" y="5353581"/>
            <a:ext cx="596044" cy="596044"/>
          </a:xfrm>
          <a:prstGeom prst="rect">
            <a:avLst/>
          </a:prstGeom>
        </p:spPr>
      </p:pic>
      <p:pic>
        <p:nvPicPr>
          <p:cNvPr id="111" name="Gráfico 110">
            <a:extLst>
              <a:ext uri="{FF2B5EF4-FFF2-40B4-BE49-F238E27FC236}">
                <a16:creationId xmlns:a16="http://schemas.microsoft.com/office/drawing/2014/main" id="{62C595A8-B0E0-C14B-CC62-1EBDA03341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792488" y="5324512"/>
            <a:ext cx="635170" cy="635170"/>
          </a:xfrm>
          <a:prstGeom prst="rect">
            <a:avLst/>
          </a:prstGeom>
        </p:spPr>
      </p:pic>
      <p:pic>
        <p:nvPicPr>
          <p:cNvPr id="112" name="Gráfico 111">
            <a:extLst>
              <a:ext uri="{FF2B5EF4-FFF2-40B4-BE49-F238E27FC236}">
                <a16:creationId xmlns:a16="http://schemas.microsoft.com/office/drawing/2014/main" id="{C0095281-43D9-F4AF-975F-1DD909ECE4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65355" y="5270349"/>
            <a:ext cx="711324" cy="711324"/>
          </a:xfrm>
          <a:prstGeom prst="rect">
            <a:avLst/>
          </a:prstGeom>
        </p:spPr>
      </p:pic>
      <p:pic>
        <p:nvPicPr>
          <p:cNvPr id="114" name="Gráfico 113">
            <a:extLst>
              <a:ext uri="{FF2B5EF4-FFF2-40B4-BE49-F238E27FC236}">
                <a16:creationId xmlns:a16="http://schemas.microsoft.com/office/drawing/2014/main" id="{319F5228-F04A-C150-65B8-735372FE56C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878212" y="5271974"/>
            <a:ext cx="709699" cy="709699"/>
          </a:xfrm>
          <a:prstGeom prst="rect">
            <a:avLst/>
          </a:prstGeom>
        </p:spPr>
      </p:pic>
      <p:pic>
        <p:nvPicPr>
          <p:cNvPr id="116" name="Gráfico 115">
            <a:extLst>
              <a:ext uri="{FF2B5EF4-FFF2-40B4-BE49-F238E27FC236}">
                <a16:creationId xmlns:a16="http://schemas.microsoft.com/office/drawing/2014/main" id="{10F2CFE5-71CC-6D34-BDC1-5F143309B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455665" y="5279769"/>
            <a:ext cx="692483" cy="692483"/>
          </a:xfrm>
          <a:prstGeom prst="rect">
            <a:avLst/>
          </a:prstGeom>
        </p:spPr>
      </p:pic>
      <p:pic>
        <p:nvPicPr>
          <p:cNvPr id="117" name="Gráfico 116">
            <a:extLst>
              <a:ext uri="{FF2B5EF4-FFF2-40B4-BE49-F238E27FC236}">
                <a16:creationId xmlns:a16="http://schemas.microsoft.com/office/drawing/2014/main" id="{0F027B40-90EB-F71D-5216-914734EAA4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32338" y="5320435"/>
            <a:ext cx="627589" cy="627589"/>
          </a:xfrm>
          <a:prstGeom prst="rect">
            <a:avLst/>
          </a:prstGeom>
        </p:spPr>
      </p:pic>
      <p:pic>
        <p:nvPicPr>
          <p:cNvPr id="118" name="Gráfico 117">
            <a:extLst>
              <a:ext uri="{FF2B5EF4-FFF2-40B4-BE49-F238E27FC236}">
                <a16:creationId xmlns:a16="http://schemas.microsoft.com/office/drawing/2014/main" id="{4727332F-825A-82E6-5EF0-E6C5F411B8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289584" y="5306188"/>
            <a:ext cx="634567" cy="63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1766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946025DEADF9E49B0314A487CACE1AB" ma:contentTypeVersion="14" ma:contentTypeDescription="Crie um novo documento." ma:contentTypeScope="" ma:versionID="cd970e34e2f2118dff67be93994e0a82">
  <xsd:schema xmlns:xsd="http://www.w3.org/2001/XMLSchema" xmlns:xs="http://www.w3.org/2001/XMLSchema" xmlns:p="http://schemas.microsoft.com/office/2006/metadata/properties" xmlns:ns2="275e3ce9-0c03-4bd9-b6fa-a6788a3a9b9c" xmlns:ns3="9ce6c8b9-ae51-467d-969e-7d978216e183" targetNamespace="http://schemas.microsoft.com/office/2006/metadata/properties" ma:root="true" ma:fieldsID="9e1f4b003ce4b7024408be043a94d983" ns2:_="" ns3:_="">
    <xsd:import namespace="275e3ce9-0c03-4bd9-b6fa-a6788a3a9b9c"/>
    <xsd:import namespace="9ce6c8b9-ae51-467d-969e-7d978216e1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5e3ce9-0c03-4bd9-b6fa-a6788a3a9b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Marcações de imagem" ma:readOnly="false" ma:fieldId="{5cf76f15-5ced-4ddc-b409-7134ff3c332f}" ma:taxonomyMulti="true" ma:sspId="1c8a3b58-1317-4067-bbdf-e53778bd947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e6c8b9-ae51-467d-969e-7d978216e1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fbc0b2a-bc2e-47cd-8543-eb64ad9c4db9}" ma:internalName="TaxCatchAll" ma:showField="CatchAllData" ma:web="9ce6c8b9-ae51-467d-969e-7d978216e1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ce6c8b9-ae51-467d-969e-7d978216e183" xsi:nil="true"/>
    <lcf76f155ced4ddcb4097134ff3c332f xmlns="275e3ce9-0c03-4bd9-b6fa-a6788a3a9b9c">
      <Terms xmlns="http://schemas.microsoft.com/office/infopath/2007/PartnerControls"/>
    </lcf76f155ced4ddcb4097134ff3c332f>
    <SharedWithUsers xmlns="9ce6c8b9-ae51-467d-969e-7d978216e183">
      <UserInfo>
        <DisplayName>FRANCIELLY CARNEIRO CUNHA</DisplayName>
        <AccountId>21985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431750-3873-4A02-A67C-E2DF1267E62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5e3ce9-0c03-4bd9-b6fa-a6788a3a9b9c"/>
    <ds:schemaRef ds:uri="9ce6c8b9-ae51-467d-969e-7d978216e1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66CB151-1ED9-4FA1-A24B-FB9147FB873D}">
  <ds:schemaRefs>
    <ds:schemaRef ds:uri="http://schemas.microsoft.com/office/2006/metadata/properties"/>
    <ds:schemaRef ds:uri="http://schemas.microsoft.com/office/infopath/2007/PartnerControls"/>
    <ds:schemaRef ds:uri="9ce6c8b9-ae51-467d-969e-7d978216e183"/>
    <ds:schemaRef ds:uri="275e3ce9-0c03-4bd9-b6fa-a6788a3a9b9c"/>
  </ds:schemaRefs>
</ds:datastoreItem>
</file>

<file path=customXml/itemProps3.xml><?xml version="1.0" encoding="utf-8"?>
<ds:datastoreItem xmlns:ds="http://schemas.openxmlformats.org/officeDocument/2006/customXml" ds:itemID="{CACC3D45-7665-471A-B3C5-04792E90614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1520</TotalTime>
  <Words>472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Calibri Light</vt:lpstr>
      <vt:lpstr>AMX</vt:lpstr>
      <vt:lpstr>Calibri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Amanda Romaniw Costa</dc:creator>
  <cp:lastModifiedBy>User</cp:lastModifiedBy>
  <cp:revision>67</cp:revision>
  <dcterms:created xsi:type="dcterms:W3CDTF">2022-06-07T12:31:46Z</dcterms:created>
  <dcterms:modified xsi:type="dcterms:W3CDTF">2026-10-29T16:04:57Z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0x010100A946025DEADF9E49B0314A487CACE1AB</vt:lpwstr>
  </property>
  <property fmtid="{D5CDD505-2E9C-101B-9397-08002B2CF9AE}" pid="3" name="MediaServiceImageTags">
    <vt:lpwstr/>
  </property>
</Properties>
</file>